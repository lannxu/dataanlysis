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3"/>
    <p:sldMasterId id="2147483681" r:id="rId4"/>
    <p:sldMasterId id="2147483725" r:id="rId5"/>
  </p:sldMasterIdLst>
  <p:notesMasterIdLst>
    <p:notesMasterId r:id="rId16"/>
  </p:notesMasterIdLst>
  <p:handoutMasterIdLst>
    <p:handoutMasterId r:id="rId17"/>
  </p:handoutMasterIdLst>
  <p:sldIdLst>
    <p:sldId id="352" r:id="rId6"/>
    <p:sldId id="379" r:id="rId7"/>
    <p:sldId id="260" r:id="rId8"/>
    <p:sldId id="366" r:id="rId9"/>
    <p:sldId id="377" r:id="rId10"/>
    <p:sldId id="378" r:id="rId11"/>
    <p:sldId id="376" r:id="rId12"/>
    <p:sldId id="374" r:id="rId13"/>
    <p:sldId id="375" r:id="rId14"/>
    <p:sldId id="373" r:id="rId15"/>
  </p:sldIdLst>
  <p:sldSz cx="10969625" cy="6170613"/>
  <p:notesSz cx="6858000" cy="9926638"/>
  <p:custDataLst>
    <p:tags r:id="rId18"/>
  </p:custDataLst>
  <p:defaultTextStyle>
    <a:defPPr>
      <a:defRPr lang="en-US"/>
    </a:defPPr>
    <a:lvl1pPr marL="0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1pPr>
    <a:lvl2pPr marL="411343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2pPr>
    <a:lvl3pPr marL="822686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3pPr>
    <a:lvl4pPr marL="1234029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4pPr>
    <a:lvl5pPr marL="1645371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5pPr>
    <a:lvl6pPr marL="2056714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6pPr>
    <a:lvl7pPr marL="2468057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7pPr>
    <a:lvl8pPr marL="2879400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8pPr>
    <a:lvl9pPr marL="3290743" algn="l" defTabSz="822686" rtl="0" eaLnBrk="1" latinLnBrk="0" hangingPunct="1">
      <a:defRPr sz="16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455" userDrawn="1">
          <p15:clr>
            <a:srgbClr val="000000"/>
          </p15:clr>
        </p15:guide>
        <p15:guide id="2" orient="horz" pos="1943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840"/>
    <a:srgbClr val="FF4A19"/>
    <a:srgbClr val="FF5A2D"/>
    <a:srgbClr val="FF0000"/>
    <a:srgbClr val="EAEAEA"/>
    <a:srgbClr val="00B050"/>
    <a:srgbClr val="00385D"/>
    <a:srgbClr val="013F60"/>
    <a:srgbClr val="609E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 autoAdjust="0"/>
    <p:restoredTop sz="93792" autoAdjust="0"/>
  </p:normalViewPr>
  <p:slideViewPr>
    <p:cSldViewPr snapToGrid="0">
      <p:cViewPr>
        <p:scale>
          <a:sx n="71" d="100"/>
          <a:sy n="71" d="100"/>
        </p:scale>
        <p:origin x="896" y="36"/>
      </p:cViewPr>
      <p:guideLst>
        <p:guide pos="3455"/>
        <p:guide orient="horz" pos="19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slideMaster" Target="slideMasters/slideMaster1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691125-8C82-4403-8F74-3465AD911C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1790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7E9B3-B189-430B-8564-9D7CBFDA3995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CBF1C-54D8-469B-84C3-D0D787601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3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1pPr>
    <a:lvl2pPr marL="411343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2pPr>
    <a:lvl3pPr marL="822686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3pPr>
    <a:lvl4pPr marL="1234029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4pPr>
    <a:lvl5pPr marL="1645371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5pPr>
    <a:lvl6pPr marL="2056714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6pPr>
    <a:lvl7pPr marL="2468057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7pPr>
    <a:lvl8pPr marL="2879400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8pPr>
    <a:lvl9pPr marL="3290743" algn="l" defTabSz="822686" rtl="0" eaLnBrk="1" latinLnBrk="0" hangingPunct="1">
      <a:defRPr sz="10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endParaRPr lang="en-US" altLang="zh-C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55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endParaRPr lang="en-US" altLang="zh-C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1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Liu D</a:t>
            </a:r>
            <a:r>
              <a:rPr lang="en-US" altLang="zh-CN" dirty="0"/>
              <a:t>ong: enlarge scope</a:t>
            </a:r>
            <a:r>
              <a:rPr lang="zh-CN" altLang="en-US" dirty="0"/>
              <a:t>，负责冲压，负责预生产工艺</a:t>
            </a:r>
            <a:endParaRPr lang="en-US" altLang="zh-CN" dirty="0"/>
          </a:p>
          <a:p>
            <a:r>
              <a:rPr lang="en-US" dirty="0"/>
              <a:t>L</a:t>
            </a:r>
            <a:r>
              <a:rPr lang="en-US" altLang="zh-CN" dirty="0"/>
              <a:t>ang Li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dirty="0"/>
              <a:t>Z</a:t>
            </a:r>
            <a:r>
              <a:rPr lang="en-US" altLang="zh-CN" dirty="0"/>
              <a:t>hang </a:t>
            </a:r>
            <a:r>
              <a:rPr lang="en-US" altLang="zh-CN" dirty="0" err="1"/>
              <a:t>Hongquan</a:t>
            </a:r>
            <a:r>
              <a:rPr lang="en-US" altLang="zh-CN" dirty="0"/>
              <a:t>: </a:t>
            </a:r>
          </a:p>
          <a:p>
            <a:endParaRPr lang="en-US" dirty="0"/>
          </a:p>
          <a:p>
            <a:r>
              <a:rPr lang="en-US" dirty="0"/>
              <a:t>Zhang Huiyu &amp; Liu Dong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2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hen </a:t>
            </a:r>
            <a:r>
              <a:rPr lang="en-US" altLang="zh-CN" dirty="0" err="1"/>
              <a:t>Donghua</a:t>
            </a:r>
            <a:r>
              <a:rPr lang="zh-CN" altLang="en-US" dirty="0"/>
              <a:t>：承担项目</a:t>
            </a:r>
            <a:r>
              <a:rPr lang="en-US" altLang="zh-CN" dirty="0"/>
              <a:t>—</a:t>
            </a:r>
            <a:r>
              <a:rPr lang="zh-CN" altLang="en-US" dirty="0"/>
              <a:t>建议往调薪方面倾斜</a:t>
            </a:r>
            <a:endParaRPr lang="en-US" altLang="zh-CN" dirty="0"/>
          </a:p>
          <a:p>
            <a:endParaRPr lang="en-US" altLang="zh-CN" dirty="0"/>
          </a:p>
          <a:p>
            <a:r>
              <a:rPr lang="en-US" dirty="0"/>
              <a:t>Z</a:t>
            </a:r>
            <a:r>
              <a:rPr lang="en-US" altLang="zh-CN" dirty="0"/>
              <a:t>heng Yuyang</a:t>
            </a:r>
            <a:r>
              <a:rPr lang="zh-CN" altLang="en-US" dirty="0"/>
              <a:t>薪水有点问题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进入评估环节</a:t>
            </a:r>
            <a:r>
              <a:rPr lang="en-US" altLang="zh-CN" dirty="0"/>
              <a:t>~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34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D056-545C-8F03-AB2B-8B1DB265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63B63-5B32-4868-E47E-C36A68E58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4D200-DBD3-73A3-7BC7-AB743BD02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endParaRPr lang="en-US" altLang="zh-C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210D4-A06C-498A-BC9C-3A9CF74CF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28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endParaRPr lang="en-US" altLang="zh-C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ACBF1C-54D8-469B-84C3-D0D7876017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9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jpeg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410" y="2761200"/>
            <a:ext cx="5029200" cy="461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000" b="0" spc="-20" baseline="0">
                <a:solidFill>
                  <a:schemeClr val="tx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7" name="EmDash">
            <a:extLst>
              <a:ext uri="{FF2B5EF4-FFF2-40B4-BE49-F238E27FC236}">
                <a16:creationId xmlns:a16="http://schemas.microsoft.com/office/drawing/2014/main" id="{968C399C-5590-434B-AE7D-AF18EAD577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3481200"/>
            <a:ext cx="349200" cy="21600"/>
          </a:xfrm>
          <a:solidFill>
            <a:schemeClr val="tx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360000" indent="0">
              <a:buFontTx/>
              <a:buNone/>
              <a:defRPr>
                <a:solidFill>
                  <a:schemeClr val="tx1"/>
                </a:solidFill>
              </a:defRPr>
            </a:lvl2pPr>
            <a:lvl3pPr marL="720000" indent="0">
              <a:buFontTx/>
              <a:buNone/>
              <a:defRPr>
                <a:solidFill>
                  <a:schemeClr val="tx1"/>
                </a:solidFill>
              </a:defRPr>
            </a:lvl3pPr>
            <a:lvl4pPr marL="720000" indent="0">
              <a:buFontTx/>
              <a:buNone/>
              <a:defRPr>
                <a:solidFill>
                  <a:schemeClr val="tx1"/>
                </a:solidFill>
              </a:defRPr>
            </a:lvl4pPr>
            <a:lvl5pPr marL="720000" indent="0"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 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EA92F87-2966-44D4-BC7C-0AEBF6D9C47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3715200"/>
            <a:ext cx="5029200" cy="4616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000" spc="-10" baseline="0">
                <a:latin typeface="+mj-lt"/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72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Subtitle</a:t>
            </a:r>
          </a:p>
        </p:txBody>
      </p:sp>
      <p:sp>
        <p:nvSpPr>
          <p:cNvPr id="3" name="DataOnTitleSlide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432000" y="5397110"/>
            <a:ext cx="5384569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000000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2022-11-18</a:t>
            </a:r>
          </a:p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000000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(GHR-GC)</a:t>
            </a:r>
          </a:p>
        </p:txBody>
      </p:sp>
      <p:sp>
        <p:nvSpPr>
          <p:cNvPr id="2" name="BshGroup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8690709" y="406800"/>
            <a:ext cx="1852245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marL="0" marR="0" lvl="0" indent="0" algn="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cap="none" spc="0" baseline="0" noProof="1">
                <a:solidFill>
                  <a:schemeClr val="tx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BSH Home Appliances Group</a:t>
            </a: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00292887-032B-47A2-B6E4-D0ABE774C7A6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432000" y="432000"/>
            <a:ext cx="1360800" cy="4137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pc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89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2" userDrawn="1">
          <p15:clr>
            <a:srgbClr val="FBAE40"/>
          </p15:clr>
        </p15:guide>
        <p15:guide id="2" orient="horz" pos="2380" userDrawn="1">
          <p15:clr>
            <a:srgbClr val="FBAE40"/>
          </p15:clr>
        </p15:guide>
        <p15:guide id="3" pos="2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410" y="2761200"/>
            <a:ext cx="5029200" cy="461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000" b="0" spc="-20" baseline="0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10" name="EmDash">
            <a:extLst>
              <a:ext uri="{FF2B5EF4-FFF2-40B4-BE49-F238E27FC236}">
                <a16:creationId xmlns:a16="http://schemas.microsoft.com/office/drawing/2014/main" id="{99188AC5-B230-42BF-BE88-03E6253041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3481200"/>
            <a:ext cx="349200" cy="21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360000" indent="0">
              <a:buFontTx/>
              <a:buNone/>
              <a:defRPr>
                <a:solidFill>
                  <a:schemeClr val="tx1"/>
                </a:solidFill>
              </a:defRPr>
            </a:lvl2pPr>
            <a:lvl3pPr marL="720000" indent="0">
              <a:buFontTx/>
              <a:buNone/>
              <a:defRPr>
                <a:solidFill>
                  <a:schemeClr val="tx1"/>
                </a:solidFill>
              </a:defRPr>
            </a:lvl3pPr>
            <a:lvl4pPr marL="720000" indent="0">
              <a:buFontTx/>
              <a:buNone/>
              <a:defRPr>
                <a:solidFill>
                  <a:schemeClr val="tx1"/>
                </a:solidFill>
              </a:defRPr>
            </a:lvl4pPr>
            <a:lvl5pPr marL="720000" indent="0"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 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EA92F87-2966-44D4-BC7C-0AEBF6D9C47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3715200"/>
            <a:ext cx="5029200" cy="4616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000" spc="-10" baseline="0">
                <a:solidFill>
                  <a:schemeClr val="bg1"/>
                </a:solidFill>
                <a:latin typeface="+mj-lt"/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72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Subtitle</a:t>
            </a:r>
          </a:p>
        </p:txBody>
      </p:sp>
      <p:sp>
        <p:nvSpPr>
          <p:cNvPr id="3" name="DataOnTitleSlide2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432000" y="5397110"/>
            <a:ext cx="5384569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FFFFFF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2022-11-18</a:t>
            </a:r>
          </a:p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FFFFFF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(GHR-GC)</a:t>
            </a:r>
          </a:p>
        </p:txBody>
      </p:sp>
      <p:sp>
        <p:nvSpPr>
          <p:cNvPr id="2" name="BshGroup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8690709" y="406800"/>
            <a:ext cx="1852245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marL="0" marR="0" lvl="0" indent="0" algn="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cap="none" spc="0" baseline="0" noProof="1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BSH Home Appliances Group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A749D71E-BB07-4B0C-AB1B-97FBCE2FE9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32000"/>
            <a:ext cx="1359604" cy="4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625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0" userDrawn="1">
          <p15:clr>
            <a:srgbClr val="FBAE40"/>
          </p15:clr>
        </p15:guide>
        <p15:guide id="2" pos="270" userDrawn="1">
          <p15:clr>
            <a:srgbClr val="FBAE40"/>
          </p15:clr>
        </p15:guide>
        <p15:guide id="3" orient="horz" pos="197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962800"/>
            <a:ext cx="2880000" cy="482600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95000"/>
              </a:lnSpc>
              <a:buFontTx/>
              <a:buNone/>
              <a:defRPr sz="3000" b="0" spc="-20" baseline="0">
                <a:solidFill>
                  <a:schemeClr val="tx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8" name="EmDash">
            <a:extLst>
              <a:ext uri="{FF2B5EF4-FFF2-40B4-BE49-F238E27FC236}">
                <a16:creationId xmlns:a16="http://schemas.microsoft.com/office/drawing/2014/main" id="{E281DB4B-F147-475A-9F72-A2F5705AC9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3693600"/>
            <a:ext cx="349200" cy="21600"/>
          </a:xfrm>
          <a:solidFill>
            <a:schemeClr val="tx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360000" indent="0">
              <a:buFontTx/>
              <a:buNone/>
              <a:defRPr>
                <a:solidFill>
                  <a:schemeClr val="tx1"/>
                </a:solidFill>
              </a:defRPr>
            </a:lvl2pPr>
            <a:lvl3pPr marL="720000" indent="0">
              <a:buFontTx/>
              <a:buNone/>
              <a:defRPr>
                <a:solidFill>
                  <a:schemeClr val="tx1"/>
                </a:solidFill>
              </a:defRPr>
            </a:lvl3pPr>
            <a:lvl4pPr marL="720000" indent="0">
              <a:buFontTx/>
              <a:buNone/>
              <a:defRPr>
                <a:solidFill>
                  <a:schemeClr val="tx1"/>
                </a:solidFill>
              </a:defRPr>
            </a:lvl4pPr>
            <a:lvl5pPr marL="720000" indent="0"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 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EA92F87-2966-44D4-BC7C-0AEBF6D9C47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3890805"/>
            <a:ext cx="2880000" cy="1013703"/>
          </a:xfrm>
        </p:spPr>
        <p:txBody>
          <a:bodyPr wrap="square">
            <a:normAutofit/>
          </a:bodyPr>
          <a:lstStyle>
            <a:lvl1pPr marL="0" indent="0">
              <a:buFontTx/>
              <a:buNone/>
              <a:defRPr sz="3000" spc="-10" baseline="0">
                <a:latin typeface="+mj-lt"/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72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Subtitle</a:t>
            </a:r>
          </a:p>
        </p:txBody>
      </p:sp>
      <p:sp>
        <p:nvSpPr>
          <p:cNvPr id="3" name="DataOnTitleSlide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432000" y="5397110"/>
            <a:ext cx="5384569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000000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2022-11-18</a:t>
            </a:r>
          </a:p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000000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(GHR-GC)</a:t>
            </a:r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00292887-032B-47A2-B6E4-D0ABE774C7A6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432000" y="432000"/>
            <a:ext cx="1346400" cy="409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E1D727C-4AF2-4211-9E82-5FDE149C454C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3769200" y="0"/>
            <a:ext cx="7200000" cy="617093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45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20965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7" userDrawn="1">
          <p15:clr>
            <a:srgbClr val="FBAE40"/>
          </p15:clr>
        </p15:guide>
        <p15:guide id="2" pos="270" userDrawn="1">
          <p15:clr>
            <a:srgbClr val="FBAE40"/>
          </p15:clr>
        </p15:guide>
        <p15:guide id="3" orient="horz" pos="2488" userDrawn="1">
          <p15:clr>
            <a:srgbClr val="FBAE40"/>
          </p15:clr>
        </p15:guide>
        <p15:guide id="4" pos="2087" userDrawn="1">
          <p15:clr>
            <a:srgbClr val="FBAE40"/>
          </p15:clr>
        </p15:guide>
        <p15:guide id="5" pos="237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ginning of New Chapter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410" y="2761201"/>
            <a:ext cx="5029200" cy="461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000" b="0" spc="-20" baseline="0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6" name="EmDash">
            <a:extLst>
              <a:ext uri="{FF2B5EF4-FFF2-40B4-BE49-F238E27FC236}">
                <a16:creationId xmlns:a16="http://schemas.microsoft.com/office/drawing/2014/main" id="{8F18AE2D-EA63-4F09-A26B-3C6823ADD4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3481200"/>
            <a:ext cx="349200" cy="21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360000" indent="0">
              <a:buFontTx/>
              <a:buNone/>
              <a:defRPr>
                <a:solidFill>
                  <a:schemeClr val="tx1"/>
                </a:solidFill>
              </a:defRPr>
            </a:lvl2pPr>
            <a:lvl3pPr marL="720000" indent="0">
              <a:buFontTx/>
              <a:buNone/>
              <a:defRPr>
                <a:solidFill>
                  <a:schemeClr val="tx1"/>
                </a:solidFill>
              </a:defRPr>
            </a:lvl3pPr>
            <a:lvl4pPr marL="720000" indent="0">
              <a:buFontTx/>
              <a:buNone/>
              <a:defRPr>
                <a:solidFill>
                  <a:schemeClr val="tx1"/>
                </a:solidFill>
              </a:defRPr>
            </a:lvl4pPr>
            <a:lvl5pPr marL="720000" indent="0"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 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EA92F87-2966-44D4-BC7C-0AEBF6D9C47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3715200"/>
            <a:ext cx="5029200" cy="4616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000" spc="-10" baseline="0">
                <a:solidFill>
                  <a:schemeClr val="bg1"/>
                </a:solidFill>
                <a:latin typeface="+mj-lt"/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72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Subtitle</a:t>
            </a:r>
          </a:p>
        </p:txBody>
      </p:sp>
    </p:spTree>
    <p:extLst>
      <p:ext uri="{BB962C8B-B14F-4D97-AF65-F5344CB8AC3E}">
        <p14:creationId xmlns:p14="http://schemas.microsoft.com/office/powerpoint/2010/main" val="4216446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2" userDrawn="1">
          <p15:clr>
            <a:srgbClr val="FBAE40"/>
          </p15:clr>
        </p15:guide>
        <p15:guide id="2" pos="270" userDrawn="1">
          <p15:clr>
            <a:srgbClr val="FBAE40"/>
          </p15:clr>
        </p15:guide>
        <p15:guide id="3" orient="horz" pos="23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ginning of New 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86B6CA5-3276-4D57-B8BB-57D416740CB5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10975740" cy="617093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45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410" y="2761201"/>
            <a:ext cx="5029200" cy="461665"/>
          </a:xfrm>
        </p:spPr>
        <p:txBody>
          <a:bodyPr wrap="square" lIns="0" tIns="0" rIns="0" bIns="0" anchor="b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000" b="0" spc="-20" baseline="0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EA92F87-2966-44D4-BC7C-0AEBF6D9C474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3715200"/>
            <a:ext cx="5029200" cy="4616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000" spc="-10" baseline="0">
                <a:solidFill>
                  <a:schemeClr val="bg1"/>
                </a:solidFill>
                <a:latin typeface="+mj-lt"/>
              </a:defRPr>
            </a:lvl1pPr>
            <a:lvl2pPr marL="360000" indent="0">
              <a:buFontTx/>
              <a:buNone/>
              <a:defRPr/>
            </a:lvl2pPr>
            <a:lvl3pPr marL="720000" indent="0">
              <a:buFontTx/>
              <a:buNone/>
              <a:defRPr/>
            </a:lvl3pPr>
            <a:lvl4pPr marL="720000" indent="0">
              <a:buFontTx/>
              <a:buNone/>
              <a:defRPr/>
            </a:lvl4pPr>
            <a:lvl5pPr marL="72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Subtitle</a:t>
            </a:r>
          </a:p>
        </p:txBody>
      </p:sp>
      <p:sp>
        <p:nvSpPr>
          <p:cNvPr id="6" name="EmDash">
            <a:extLst>
              <a:ext uri="{FF2B5EF4-FFF2-40B4-BE49-F238E27FC236}">
                <a16:creationId xmlns:a16="http://schemas.microsoft.com/office/drawing/2014/main" id="{DEEE9977-E127-4642-A9D1-28F13ECC2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3481200"/>
            <a:ext cx="349200" cy="21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360000" indent="0">
              <a:buFontTx/>
              <a:buNone/>
              <a:defRPr>
                <a:solidFill>
                  <a:schemeClr val="tx1"/>
                </a:solidFill>
              </a:defRPr>
            </a:lvl2pPr>
            <a:lvl3pPr marL="720000" indent="0">
              <a:buFontTx/>
              <a:buNone/>
              <a:defRPr>
                <a:solidFill>
                  <a:schemeClr val="tx1"/>
                </a:solidFill>
              </a:defRPr>
            </a:lvl3pPr>
            <a:lvl4pPr marL="720000" indent="0">
              <a:buFontTx/>
              <a:buNone/>
              <a:defRPr>
                <a:solidFill>
                  <a:schemeClr val="tx1"/>
                </a:solidFill>
              </a:defRPr>
            </a:lvl4pPr>
            <a:lvl5pPr marL="720000" indent="0">
              <a:buFontTx/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2284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2" userDrawn="1">
          <p15:clr>
            <a:srgbClr val="FBAE40"/>
          </p15:clr>
        </p15:guide>
        <p15:guide id="2" pos="270" userDrawn="1">
          <p15:clr>
            <a:srgbClr val="FBAE40"/>
          </p15:clr>
        </p15:guide>
        <p15:guide id="3" orient="horz" pos="23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Graphical Conten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4355DFE-30F2-466A-BC92-7370E3CC2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E3F05F9-DC36-40B7-A7D3-853B032CF46B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0418" y="1186452"/>
            <a:ext cx="10080625" cy="432054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F8CF6-54D7-4649-9137-31DBEEADF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32000" y="5742000"/>
            <a:ext cx="234315" cy="176400"/>
          </a:xfrm>
        </p:spPr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09610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" userDrawn="1">
          <p15:clr>
            <a:srgbClr val="FBAE40"/>
          </p15:clr>
        </p15:guide>
        <p15:guide id="2" orient="horz" pos="747" userDrawn="1">
          <p15:clr>
            <a:srgbClr val="FBAE40"/>
          </p15:clr>
        </p15:guide>
        <p15:guide id="3" orient="horz" pos="675" userDrawn="1">
          <p15:clr>
            <a:srgbClr val="FBAE40"/>
          </p15:clr>
        </p15:guide>
        <p15:guide id="4" orient="horz" pos="3469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662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 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4355DFE-30F2-466A-BC92-7370E3CC2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F8CF6-54D7-4649-9137-31DBEEADF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32000" y="5742000"/>
            <a:ext cx="234315" cy="176400"/>
          </a:xfrm>
        </p:spPr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54E34D8F-1043-4C92-B895-86C56DDA772A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430418" y="1186452"/>
            <a:ext cx="10080625" cy="432054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45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Picture</a:t>
            </a:r>
          </a:p>
        </p:txBody>
      </p:sp>
    </p:spTree>
    <p:extLst>
      <p:ext uri="{BB962C8B-B14F-4D97-AF65-F5344CB8AC3E}">
        <p14:creationId xmlns:p14="http://schemas.microsoft.com/office/powerpoint/2010/main" val="2133607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" userDrawn="1">
          <p15:clr>
            <a:srgbClr val="FBAE40"/>
          </p15:clr>
        </p15:guide>
        <p15:guide id="2" orient="horz" pos="747" userDrawn="1">
          <p15:clr>
            <a:srgbClr val="FBAE40"/>
          </p15:clr>
        </p15:guide>
        <p15:guide id="3" orient="horz" pos="675" userDrawn="1">
          <p15:clr>
            <a:srgbClr val="FBAE40"/>
          </p15:clr>
        </p15:guide>
        <p15:guide id="4" orient="horz" pos="3469" userDrawn="1">
          <p15:clr>
            <a:srgbClr val="FBAE40"/>
          </p15:clr>
        </p15:guide>
        <p15:guide id="5" pos="270" userDrawn="1">
          <p15:clr>
            <a:srgbClr val="FBAE40"/>
          </p15:clr>
        </p15:guide>
        <p15:guide id="6" pos="66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">
            <a:extLst>
              <a:ext uri="{FF2B5EF4-FFF2-40B4-BE49-F238E27FC236}">
                <a16:creationId xmlns:a16="http://schemas.microsoft.com/office/drawing/2014/main" id="{F4355DFE-30F2-466A-BC92-7370E3CC2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E3F05F9-DC36-40B7-A7D3-853B032CF46B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0415" y="1187201"/>
            <a:ext cx="4986020" cy="432000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F101F2-98BA-4AC8-A577-C56F0FB7C277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24410" y="1187202"/>
            <a:ext cx="4986020" cy="432054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F8CF6-54D7-4649-9137-31DBEEADF3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162920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" userDrawn="1">
          <p15:clr>
            <a:srgbClr val="FBAE40"/>
          </p15:clr>
        </p15:guide>
        <p15:guide id="2" orient="horz" pos="675" userDrawn="1">
          <p15:clr>
            <a:srgbClr val="FBAE40"/>
          </p15:clr>
        </p15:guide>
        <p15:guide id="3" pos="270" userDrawn="1">
          <p15:clr>
            <a:srgbClr val="FBAE40"/>
          </p15:clr>
        </p15:guide>
        <p15:guide id="5" pos="6622" userDrawn="1">
          <p15:clr>
            <a:srgbClr val="FBAE40"/>
          </p15:clr>
        </p15:guide>
        <p15:guide id="6" orient="horz" pos="747" userDrawn="1">
          <p15:clr>
            <a:srgbClr val="FBAE40"/>
          </p15:clr>
        </p15:guide>
        <p15:guide id="7" orient="horz" pos="346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0416" y="1188000"/>
            <a:ext cx="3287395" cy="4320540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825215" y="1188000"/>
            <a:ext cx="3287395" cy="4320540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F0057A6-A895-4E8B-A92B-01C1BC120EDE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220014" y="1188000"/>
            <a:ext cx="3287395" cy="4320540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8917E9-72AB-457C-B069-DACE5F675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56147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70" userDrawn="1">
          <p15:clr>
            <a:srgbClr val="FBAE40"/>
          </p15:clr>
        </p15:guide>
        <p15:guide id="6" orient="horz" pos="675" userDrawn="1">
          <p15:clr>
            <a:srgbClr val="FBAE40"/>
          </p15:clr>
        </p15:guide>
        <p15:guide id="7" orient="horz" pos="747" userDrawn="1">
          <p15:clr>
            <a:srgbClr val="FBAE40"/>
          </p15:clr>
        </p15:guide>
        <p15:guide id="8" orient="horz" pos="3469" userDrawn="1">
          <p15:clr>
            <a:srgbClr val="FBAE40"/>
          </p15:clr>
        </p15:guide>
        <p15:guide id="9" pos="270" userDrawn="1">
          <p15:clr>
            <a:srgbClr val="FBAE40"/>
          </p15:clr>
        </p15:guide>
        <p15:guide id="10" pos="6622" userDrawn="1">
          <p15:clr>
            <a:srgbClr val="FBAE40"/>
          </p15:clr>
        </p15:guide>
        <p15:guide id="13" pos="2343" userDrawn="1">
          <p15:clr>
            <a:srgbClr val="FBAE40"/>
          </p15:clr>
        </p15:guide>
        <p15:guide id="14" pos="2409" userDrawn="1">
          <p15:clr>
            <a:srgbClr val="FBAE40"/>
          </p15:clr>
        </p15:guide>
        <p15:guide id="15" pos="4483" userDrawn="1">
          <p15:clr>
            <a:srgbClr val="FBAE40"/>
          </p15:clr>
        </p15:guide>
        <p15:guide id="16" pos="45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0415" y="1187203"/>
            <a:ext cx="3600450" cy="2106295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4138408" y="1187203"/>
            <a:ext cx="3600450" cy="2106295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DF729EE-A381-42EA-8A60-27CEA5892D38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430415" y="3401206"/>
            <a:ext cx="3600450" cy="2106295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F47A80A-CB97-4FCE-845F-73E96976161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8408" y="3401206"/>
            <a:ext cx="3600450" cy="2106295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defRPr sz="1600" spc="0">
                <a:latin typeface="+mn-lt"/>
              </a:defRPr>
            </a:lvl1pPr>
            <a:lvl2pPr marL="360000" indent="-180000">
              <a:lnSpc>
                <a:spcPct val="100000"/>
              </a:lnSpc>
              <a:defRPr sz="1600" spc="0">
                <a:latin typeface="+mn-lt"/>
              </a:defRPr>
            </a:lvl2pPr>
            <a:lvl3pPr marL="540000" indent="-180000">
              <a:lnSpc>
                <a:spcPct val="100000"/>
              </a:lnSpc>
              <a:defRPr sz="1600" spc="0">
                <a:latin typeface="+mn-lt"/>
              </a:defRPr>
            </a:lvl3pPr>
            <a:lvl4pPr marL="540000" indent="-180000">
              <a:lnSpc>
                <a:spcPct val="100000"/>
              </a:lnSpc>
              <a:defRPr sz="1600" spc="0">
                <a:latin typeface="+mn-lt"/>
              </a:defRPr>
            </a:lvl4pPr>
            <a:lvl5pPr marL="540000" indent="-180000"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E4E84A-4CCB-4FC9-97DD-EA3DAF1B3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249062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" userDrawn="1">
          <p15:clr>
            <a:srgbClr val="FBAE40"/>
          </p15:clr>
        </p15:guide>
        <p15:guide id="7" orient="horz" pos="675" userDrawn="1">
          <p15:clr>
            <a:srgbClr val="FBAE40"/>
          </p15:clr>
        </p15:guide>
        <p15:guide id="8" orient="horz" pos="747" userDrawn="1">
          <p15:clr>
            <a:srgbClr val="FBAE40"/>
          </p15:clr>
        </p15:guide>
        <p15:guide id="9" orient="horz" pos="3469" userDrawn="1">
          <p15:clr>
            <a:srgbClr val="FBAE40"/>
          </p15:clr>
        </p15:guide>
        <p15:guide id="10" pos="270" userDrawn="1">
          <p15:clr>
            <a:srgbClr val="FBAE40"/>
          </p15:clr>
        </p15:guide>
        <p15:guide id="11" pos="662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052813" cy="635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FD67B-02B1-4BFF-BFAE-13CB2ABA31D5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2000" y="1187999"/>
            <a:ext cx="5054400" cy="4320000"/>
          </a:xfrm>
        </p:spPr>
        <p:txBody>
          <a:bodyPr tIns="0"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E5D7A68-B31D-4DB6-934D-BA8E94DD2986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5755740" y="0"/>
            <a:ext cx="5220000" cy="617093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45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E2C62-211A-432E-8D0A-DA4C826C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25471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7" userDrawn="1">
          <p15:clr>
            <a:srgbClr val="FBAE40"/>
          </p15:clr>
        </p15:guide>
        <p15:guide id="2" orient="horz" pos="675" userDrawn="1">
          <p15:clr>
            <a:srgbClr val="FBAE40"/>
          </p15:clr>
        </p15:guide>
        <p15:guide id="3" orient="horz" pos="270" userDrawn="1">
          <p15:clr>
            <a:srgbClr val="FBAE40"/>
          </p15:clr>
        </p15:guide>
        <p15:guide id="4" orient="horz" pos="3469" userDrawn="1">
          <p15:clr>
            <a:srgbClr val="FBAE40"/>
          </p15:clr>
        </p15:guide>
        <p15:guide id="5" pos="6619" userDrawn="1">
          <p15:clr>
            <a:srgbClr val="FBAE40"/>
          </p15:clr>
        </p15:guide>
        <p15:guide id="6" pos="27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64FD67B-02B1-4BFF-BFAE-13CB2ABA31D5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7343999" y="1187998"/>
            <a:ext cx="3163663" cy="4320000"/>
          </a:xfrm>
        </p:spPr>
        <p:txBody>
          <a:bodyPr tIns="0"/>
          <a:lstStyle>
            <a:lvl1pPr marL="180000" indent="-180000">
              <a:defRPr/>
            </a:lvl1pPr>
            <a:lvl2pPr marL="360000" indent="-180000">
              <a:defRPr/>
            </a:lvl2pPr>
            <a:lvl3pPr marL="540000" indent="-180000">
              <a:defRPr/>
            </a:lvl3pPr>
            <a:lvl4pPr marL="540000" indent="-180000">
              <a:defRPr/>
            </a:lvl4pPr>
            <a:lvl5pPr marL="540000" indent="-180000"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E5D7A68-B31D-4DB6-934D-BA8E94DD2986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432000" y="1188000"/>
            <a:ext cx="6480175" cy="3600450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450000"/>
              </a:lnSpc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E2C62-211A-432E-8D0A-DA4C826C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9BF41C-4F3E-494D-BFF2-E2BC8A853E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</p:spTree>
    <p:extLst>
      <p:ext uri="{BB962C8B-B14F-4D97-AF65-F5344CB8AC3E}">
        <p14:creationId xmlns:p14="http://schemas.microsoft.com/office/powerpoint/2010/main" val="73644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4" userDrawn="1">
          <p15:clr>
            <a:srgbClr val="FBAE40"/>
          </p15:clr>
        </p15:guide>
        <p15:guide id="2" orient="horz" pos="270" userDrawn="1">
          <p15:clr>
            <a:srgbClr val="FBAE40"/>
          </p15:clr>
        </p15:guide>
        <p15:guide id="3" orient="horz" pos="671" userDrawn="1">
          <p15:clr>
            <a:srgbClr val="FBAE40"/>
          </p15:clr>
        </p15:guide>
        <p15:guide id="4" orient="horz" pos="3469" userDrawn="1">
          <p15:clr>
            <a:srgbClr val="FBAE40"/>
          </p15:clr>
        </p15:guide>
        <p15:guide id="6" pos="270" userDrawn="1">
          <p15:clr>
            <a:srgbClr val="FBAE40"/>
          </p15:clr>
        </p15:guide>
        <p15:guide id="8" pos="661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E2C62-211A-432E-8D0A-DA4C826C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241715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7" userDrawn="1">
          <p15:clr>
            <a:srgbClr val="FBAE40"/>
          </p15:clr>
        </p15:guide>
        <p15:guide id="2" orient="horz" pos="3469" userDrawn="1">
          <p15:clr>
            <a:srgbClr val="FBAE40"/>
          </p15:clr>
        </p15:guide>
        <p15:guide id="3" pos="6619" userDrawn="1">
          <p15:clr>
            <a:srgbClr val="FBAE40"/>
          </p15:clr>
        </p15:guide>
        <p15:guide id="4" pos="270" userDrawn="1">
          <p15:clr>
            <a:srgbClr val="FBAE40"/>
          </p15:clr>
        </p15:guide>
        <p15:guide id="5" orient="horz" pos="675" userDrawn="1">
          <p15:clr>
            <a:srgbClr val="FBAE40"/>
          </p15:clr>
        </p15:guide>
        <p15:guide id="6" orient="horz" pos="27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719665-72C9-447A-9C21-DF4613D82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0247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19" userDrawn="1">
          <p15:clr>
            <a:srgbClr val="FBAE40"/>
          </p15:clr>
        </p15:guide>
        <p15:guide id="2" orient="horz" pos="270" userDrawn="1">
          <p15:clr>
            <a:srgbClr val="FBAE40"/>
          </p15:clr>
        </p15:guide>
        <p15:guide id="3" orient="horz" pos="3469" userDrawn="1">
          <p15:clr>
            <a:srgbClr val="FBAE40"/>
          </p15:clr>
        </p15:guide>
        <p15:guide id="4" pos="2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0410" y="2761200"/>
            <a:ext cx="5029200" cy="461665"/>
          </a:xfr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000" b="0" spc="-20" baseline="0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defRPr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810000" indent="0">
              <a:buFontTx/>
              <a:buNone/>
              <a:defRPr/>
            </a:lvl4pPr>
            <a:lvl5pPr marL="1080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  <p:sp>
        <p:nvSpPr>
          <p:cNvPr id="3" name="DataOnTitleSlide2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432000" y="5397110"/>
            <a:ext cx="5384569" cy="5001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FFFFFF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2022-11-18</a:t>
            </a:r>
          </a:p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lang="en-US" sz="1000" b="0" i="0" u="none" spc="0" noProof="1">
                <a:solidFill>
                  <a:srgbClr val="FFFFFF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(GHR-GC)</a:t>
            </a:r>
          </a:p>
        </p:txBody>
      </p:sp>
      <p:sp>
        <p:nvSpPr>
          <p:cNvPr id="4" name="BshGroupLarge">
            <a:extLst>
              <a:ext uri="{FF2B5EF4-FFF2-40B4-BE49-F238E27FC236}">
                <a16:creationId xmlns:a16="http://schemas.microsoft.com/office/drawing/2014/main" id="{F139EC74-E20B-4FF6-9A62-5FC824F33ED7}"/>
              </a:ext>
            </a:extLst>
          </p:cNvPr>
          <p:cNvSpPr txBox="1"/>
          <p:nvPr userDrawn="1"/>
        </p:nvSpPr>
        <p:spPr>
          <a:xfrm>
            <a:off x="431999" y="3715201"/>
            <a:ext cx="5029200" cy="460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3000" spc="-10" baseline="0">
                <a:solidFill>
                  <a:schemeClr val="bg1"/>
                </a:solidFill>
                <a:latin typeface="+mj-lt"/>
              </a:rPr>
              <a:t>BSH Home Appliances Group</a:t>
            </a:r>
          </a:p>
        </p:txBody>
      </p:sp>
      <p:sp>
        <p:nvSpPr>
          <p:cNvPr id="10" name="EmDash">
            <a:extLst>
              <a:ext uri="{FF2B5EF4-FFF2-40B4-BE49-F238E27FC236}">
                <a16:creationId xmlns:a16="http://schemas.microsoft.com/office/drawing/2014/main" id="{F7DB4ADF-4A65-4516-8DF5-9CB0AC58473B}"/>
              </a:ext>
            </a:extLst>
          </p:cNvPr>
          <p:cNvSpPr/>
          <p:nvPr userDrawn="1"/>
        </p:nvSpPr>
        <p:spPr>
          <a:xfrm>
            <a:off x="432000" y="3481200"/>
            <a:ext cx="349200" cy="2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shGroup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8690709" y="406800"/>
            <a:ext cx="1852245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marL="0" marR="0" lvl="0" indent="0" algn="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cap="none" spc="0" baseline="0" noProof="1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BSH Home Appliances Group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E9AA6BA-AEB2-4620-8986-A892EE71A6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432000"/>
            <a:ext cx="1359604" cy="4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68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2" userDrawn="1">
          <p15:clr>
            <a:srgbClr val="FBAE40"/>
          </p15:clr>
        </p15:guide>
        <p15:guide id="2" orient="horz" pos="3887" userDrawn="1">
          <p15:clr>
            <a:srgbClr val="FBAE40"/>
          </p15:clr>
        </p15:guide>
        <p15:guide id="3" pos="2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 marL="0" marR="0" lvl="0" indent="0" algn="l" defTabSz="8226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3" name="DataOnTitleSlide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 marL="0" marR="0" lvl="0" indent="0" algn="l" defTabSz="8226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10" name="DataOnTitleSlide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1912997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shGraphic">
            <a:extLst>
              <a:ext uri="{FF2B5EF4-FFF2-40B4-BE49-F238E27FC236}">
                <a16:creationId xmlns:a16="http://schemas.microsoft.com/office/drawing/2014/main" id="{049853D3-472A-490B-BB14-AE8B4A9CAFD4}"/>
              </a:ext>
            </a:extLst>
          </p:cNvPr>
          <p:cNvPicPr>
            <a:picLocks noSelect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pic>
        <p:nvPicPr>
          <p:cNvPr id="8" name="Grafik 7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1883"/>
          <a:stretch/>
        </p:blipFill>
        <p:spPr>
          <a:xfrm>
            <a:off x="1" y="17440"/>
            <a:ext cx="10980363" cy="6153890"/>
          </a:xfrm>
          <a:prstGeom prst="rect">
            <a:avLst/>
          </a:prstGeom>
        </p:spPr>
      </p:pic>
      <p:pic>
        <p:nvPicPr>
          <p:cNvPr id="10" name="BshGraphic">
            <a:extLst>
              <a:ext uri="{FF2B5EF4-FFF2-40B4-BE49-F238E27FC236}">
                <a16:creationId xmlns:a16="http://schemas.microsoft.com/office/drawing/2014/main" id="{049853D3-472A-490B-BB14-AE8B4A9CAFD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12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13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pic>
        <p:nvPicPr>
          <p:cNvPr id="14" name="Grafik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1883"/>
          <a:stretch/>
        </p:blipFill>
        <p:spPr>
          <a:xfrm>
            <a:off x="1" y="17440"/>
            <a:ext cx="10980363" cy="6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78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10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11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4201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/>
        </p:nvSpPr>
        <p:spPr bwMode="gray">
          <a:xfrm>
            <a:off x="0" y="547369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-2" y="979169"/>
            <a:ext cx="7734300" cy="21590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72387" rIns="0" bIns="72387" rtlCol="0" anchor="ctr"/>
          <a:lstStyle/>
          <a:p>
            <a:pPr algn="ctr">
              <a:lnSpc>
                <a:spcPct val="100000"/>
              </a:lnSpc>
            </a:pPr>
            <a:endParaRPr lang="en-US" sz="9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9791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/>
        </p:nvSpPr>
        <p:spPr>
          <a:xfrm>
            <a:off x="1" y="2119629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547369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10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-2" y="979169"/>
            <a:ext cx="7734300" cy="21590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72387" rIns="0" bIns="72387" rtlCol="0" anchor="ctr"/>
          <a:lstStyle/>
          <a:p>
            <a:pPr algn="ctr">
              <a:lnSpc>
                <a:spcPct val="100000"/>
              </a:lnSpc>
            </a:pPr>
            <a:endParaRPr lang="en-US" sz="900" spc="0" noProof="1">
              <a:latin typeface="Arial" panose="020B0604020202020204" pitchFamily="34" charset="0"/>
            </a:endParaRPr>
          </a:p>
        </p:txBody>
      </p:sp>
      <p:sp>
        <p:nvSpPr>
          <p:cNvPr id="11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2119629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16967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1"/>
              <a:t>Add Agenda Title</a:t>
            </a:r>
          </a:p>
        </p:txBody>
      </p:sp>
      <p:sp>
        <p:nvSpPr>
          <p:cNvPr id="5" name="ScheduleOnAgenda">
            <a:extLst>
              <a:ext uri="{FF2B5EF4-FFF2-40B4-BE49-F238E27FC236}">
                <a16:creationId xmlns:a16="http://schemas.microsoft.com/office/drawing/2014/main" id="{29F91088-5435-4BDD-950D-A56C716A35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1800" y="1295399"/>
            <a:ext cx="1079500" cy="4319270"/>
          </a:xfrm>
        </p:spPr>
        <p:txBody>
          <a:bodyPr lIns="72389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600" spc="0"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Time</a:t>
            </a:r>
          </a:p>
        </p:txBody>
      </p:sp>
      <p:sp>
        <p:nvSpPr>
          <p:cNvPr id="7" name="TextOnAgenda">
            <a:extLst>
              <a:ext uri="{FF2B5EF4-FFF2-40B4-BE49-F238E27FC236}">
                <a16:creationId xmlns:a16="http://schemas.microsoft.com/office/drawing/2014/main" id="{C9657776-2DAB-4256-995E-C53DD01E8092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1727201" y="1295401"/>
            <a:ext cx="8798559" cy="4319270"/>
          </a:xfrm>
        </p:spPr>
        <p:txBody>
          <a:bodyPr lIns="0" tIns="0" rIns="0" bIns="0">
            <a:noAutofit/>
          </a:bodyPr>
          <a:lstStyle>
            <a:lvl1pPr marL="269980" indent="-269980">
              <a:lnSpc>
                <a:spcPct val="100000"/>
              </a:lnSpc>
              <a:buFont typeface="+mj-lt"/>
              <a:buAutoNum type="arabicPeriod"/>
              <a:defRPr sz="1600" b="1" spc="0"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noProof="1"/>
              <a:t>Add Agenda Item</a:t>
            </a:r>
          </a:p>
        </p:txBody>
      </p:sp>
      <p:sp>
        <p:nvSpPr>
          <p:cNvPr id="8" name="Marker">
            <a:extLst>
              <a:ext uri="{FF2B5EF4-FFF2-40B4-BE49-F238E27FC236}">
                <a16:creationId xmlns:a16="http://schemas.microsoft.com/office/drawing/2014/main" id="{91BB24E8-979A-4CC4-AC6E-6F8D478065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4AB71-FBD4-4FAE-9669-817BB962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112968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737">
          <p15:clr>
            <a:srgbClr val="FBAE40"/>
          </p15:clr>
        </p15:guide>
        <p15:guide id="3" pos="952">
          <p15:clr>
            <a:srgbClr val="FBAE40"/>
          </p15:clr>
        </p15:guide>
        <p15:guide id="4" pos="108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1"/>
              <a:t>Add Title of Table of Contents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9FCA3E0-36A6-4D0E-90E1-08118397C1F8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1799" y="1295401"/>
            <a:ext cx="10102850" cy="4319270"/>
          </a:xfrm>
        </p:spPr>
        <p:txBody>
          <a:bodyPr lIns="72389" tIns="0" rIns="0" bIns="0">
            <a:noAutofit/>
          </a:bodyPr>
          <a:lstStyle>
            <a:lvl1pPr marL="269980" indent="-269980">
              <a:lnSpc>
                <a:spcPct val="100000"/>
              </a:lnSpc>
              <a:buFont typeface="+mj-lt"/>
              <a:buAutoNum type="arabicPeriod"/>
              <a:defRPr sz="1600" spc="0"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noProof="1"/>
              <a:t>Add Contents Item</a:t>
            </a:r>
          </a:p>
        </p:txBody>
      </p:sp>
      <p:sp>
        <p:nvSpPr>
          <p:cNvPr id="7" name="Marker">
            <a:extLst>
              <a:ext uri="{FF2B5EF4-FFF2-40B4-BE49-F238E27FC236}">
                <a16:creationId xmlns:a16="http://schemas.microsoft.com/office/drawing/2014/main" id="{4FE32DC0-C08A-4365-9D99-298B33A564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2E09-B7D2-41BD-AA78-63F3F095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07754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Title of Navigation</a:t>
            </a:r>
          </a:p>
        </p:txBody>
      </p:sp>
      <p:sp>
        <p:nvSpPr>
          <p:cNvPr id="8" name="sax_Navi">
            <a:extLst>
              <a:ext uri="{FF2B5EF4-FFF2-40B4-BE49-F238E27FC236}">
                <a16:creationId xmlns:a16="http://schemas.microsoft.com/office/drawing/2014/main" id="{681167D3-45A6-49D7-B848-F699886390FC}"/>
              </a:ext>
            </a:extLst>
          </p:cNvPr>
          <p:cNvSpPr txBox="1"/>
          <p:nvPr/>
        </p:nvSpPr>
        <p:spPr>
          <a:xfrm>
            <a:off x="432001" y="1296000"/>
            <a:ext cx="10101600" cy="4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333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sax_Navi_Eintrag" hidden="1">
            <a:extLst>
              <a:ext uri="{FF2B5EF4-FFF2-40B4-BE49-F238E27FC236}">
                <a16:creationId xmlns:a16="http://schemas.microsoft.com/office/drawing/2014/main" id="{34C223C0-0160-497C-BA86-C04A664598BB}"/>
              </a:ext>
            </a:extLst>
          </p:cNvPr>
          <p:cNvSpPr txBox="1"/>
          <p:nvPr/>
        </p:nvSpPr>
        <p:spPr>
          <a:xfrm>
            <a:off x="432001" y="1296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0" name="sax_Navi_Eintrag" hidden="1">
            <a:extLst>
              <a:ext uri="{FF2B5EF4-FFF2-40B4-BE49-F238E27FC236}">
                <a16:creationId xmlns:a16="http://schemas.microsoft.com/office/drawing/2014/main" id="{4C038971-2094-4EFE-8DED-5A157EE3C258}"/>
              </a:ext>
            </a:extLst>
          </p:cNvPr>
          <p:cNvSpPr txBox="1"/>
          <p:nvPr/>
        </p:nvSpPr>
        <p:spPr>
          <a:xfrm>
            <a:off x="432001" y="1540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1" name="sax_Navi_Eintrag" hidden="1">
            <a:extLst>
              <a:ext uri="{FF2B5EF4-FFF2-40B4-BE49-F238E27FC236}">
                <a16:creationId xmlns:a16="http://schemas.microsoft.com/office/drawing/2014/main" id="{DF516F00-A919-43A7-9787-029B709A230C}"/>
              </a:ext>
            </a:extLst>
          </p:cNvPr>
          <p:cNvSpPr txBox="1"/>
          <p:nvPr/>
        </p:nvSpPr>
        <p:spPr>
          <a:xfrm>
            <a:off x="432001" y="1785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2" name="sax_Navi_Eintrag" hidden="1">
            <a:extLst>
              <a:ext uri="{FF2B5EF4-FFF2-40B4-BE49-F238E27FC236}">
                <a16:creationId xmlns:a16="http://schemas.microsoft.com/office/drawing/2014/main" id="{BBFC1DAC-C747-4E19-ADF4-80EC6E765AA7}"/>
              </a:ext>
            </a:extLst>
          </p:cNvPr>
          <p:cNvSpPr txBox="1"/>
          <p:nvPr/>
        </p:nvSpPr>
        <p:spPr>
          <a:xfrm>
            <a:off x="432001" y="2030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3" name="sax_Navi_Eintrag" hidden="1">
            <a:extLst>
              <a:ext uri="{FF2B5EF4-FFF2-40B4-BE49-F238E27FC236}">
                <a16:creationId xmlns:a16="http://schemas.microsoft.com/office/drawing/2014/main" id="{6A71518B-7AD5-4725-8873-8B0E52A3DEC8}"/>
              </a:ext>
            </a:extLst>
          </p:cNvPr>
          <p:cNvSpPr txBox="1"/>
          <p:nvPr/>
        </p:nvSpPr>
        <p:spPr>
          <a:xfrm>
            <a:off x="432001" y="2275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5" name="sax_Navi_Eintrag" hidden="1">
            <a:extLst>
              <a:ext uri="{FF2B5EF4-FFF2-40B4-BE49-F238E27FC236}">
                <a16:creationId xmlns:a16="http://schemas.microsoft.com/office/drawing/2014/main" id="{4DD83441-B8EA-49FD-93D7-397A0F6BB1DA}"/>
              </a:ext>
            </a:extLst>
          </p:cNvPr>
          <p:cNvSpPr txBox="1"/>
          <p:nvPr/>
        </p:nvSpPr>
        <p:spPr>
          <a:xfrm>
            <a:off x="432001" y="2520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6" name="sax_Navi_Eintrag" hidden="1">
            <a:extLst>
              <a:ext uri="{FF2B5EF4-FFF2-40B4-BE49-F238E27FC236}">
                <a16:creationId xmlns:a16="http://schemas.microsoft.com/office/drawing/2014/main" id="{2F162DEC-1CCB-4E2D-8158-0232117A444B}"/>
              </a:ext>
            </a:extLst>
          </p:cNvPr>
          <p:cNvSpPr txBox="1"/>
          <p:nvPr/>
        </p:nvSpPr>
        <p:spPr>
          <a:xfrm>
            <a:off x="432001" y="2764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7" name="sax_Navi_Eintrag" hidden="1">
            <a:extLst>
              <a:ext uri="{FF2B5EF4-FFF2-40B4-BE49-F238E27FC236}">
                <a16:creationId xmlns:a16="http://schemas.microsoft.com/office/drawing/2014/main" id="{B05EB935-92B8-4D60-846C-6A507C98ED62}"/>
              </a:ext>
            </a:extLst>
          </p:cNvPr>
          <p:cNvSpPr txBox="1"/>
          <p:nvPr/>
        </p:nvSpPr>
        <p:spPr>
          <a:xfrm>
            <a:off x="432001" y="3009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8" name="sax_Navi_Eintrag" hidden="1">
            <a:extLst>
              <a:ext uri="{FF2B5EF4-FFF2-40B4-BE49-F238E27FC236}">
                <a16:creationId xmlns:a16="http://schemas.microsoft.com/office/drawing/2014/main" id="{07468EB7-8778-422C-B7A7-C02F3291677A}"/>
              </a:ext>
            </a:extLst>
          </p:cNvPr>
          <p:cNvSpPr txBox="1"/>
          <p:nvPr/>
        </p:nvSpPr>
        <p:spPr>
          <a:xfrm>
            <a:off x="432001" y="3254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9" name="sax_Navi_Eintrag" hidden="1">
            <a:extLst>
              <a:ext uri="{FF2B5EF4-FFF2-40B4-BE49-F238E27FC236}">
                <a16:creationId xmlns:a16="http://schemas.microsoft.com/office/drawing/2014/main" id="{CA9A13CF-3F90-411B-A3DF-9E04D96E3398}"/>
              </a:ext>
            </a:extLst>
          </p:cNvPr>
          <p:cNvSpPr txBox="1"/>
          <p:nvPr/>
        </p:nvSpPr>
        <p:spPr>
          <a:xfrm>
            <a:off x="432001" y="3499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1" name="sax_Navi_Eintrag" hidden="1">
            <a:extLst>
              <a:ext uri="{FF2B5EF4-FFF2-40B4-BE49-F238E27FC236}">
                <a16:creationId xmlns:a16="http://schemas.microsoft.com/office/drawing/2014/main" id="{C3772C91-8DE6-41B7-B98C-1384B60F5BA8}"/>
              </a:ext>
            </a:extLst>
          </p:cNvPr>
          <p:cNvSpPr txBox="1"/>
          <p:nvPr/>
        </p:nvSpPr>
        <p:spPr>
          <a:xfrm>
            <a:off x="432001" y="3744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2" name="sax_Navi_Eintrag" hidden="1">
            <a:extLst>
              <a:ext uri="{FF2B5EF4-FFF2-40B4-BE49-F238E27FC236}">
                <a16:creationId xmlns:a16="http://schemas.microsoft.com/office/drawing/2014/main" id="{2F412347-15AA-4EED-A96F-0E62F8DDD7F1}"/>
              </a:ext>
            </a:extLst>
          </p:cNvPr>
          <p:cNvSpPr txBox="1"/>
          <p:nvPr/>
        </p:nvSpPr>
        <p:spPr>
          <a:xfrm>
            <a:off x="432001" y="3988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3" name="sax_Navi_Eintrag" hidden="1">
            <a:extLst>
              <a:ext uri="{FF2B5EF4-FFF2-40B4-BE49-F238E27FC236}">
                <a16:creationId xmlns:a16="http://schemas.microsoft.com/office/drawing/2014/main" id="{9A8F7C8D-0A11-4149-96C1-9D17E36D1AF5}"/>
              </a:ext>
            </a:extLst>
          </p:cNvPr>
          <p:cNvSpPr txBox="1"/>
          <p:nvPr/>
        </p:nvSpPr>
        <p:spPr>
          <a:xfrm>
            <a:off x="432001" y="4233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4" name="sax_Navi_Eintrag" hidden="1">
            <a:extLst>
              <a:ext uri="{FF2B5EF4-FFF2-40B4-BE49-F238E27FC236}">
                <a16:creationId xmlns:a16="http://schemas.microsoft.com/office/drawing/2014/main" id="{73DBEB57-7E12-4F70-90C1-AA3A874FCD66}"/>
              </a:ext>
            </a:extLst>
          </p:cNvPr>
          <p:cNvSpPr txBox="1"/>
          <p:nvPr/>
        </p:nvSpPr>
        <p:spPr>
          <a:xfrm>
            <a:off x="432001" y="4478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5" name="sax_Navi_Eintrag" hidden="1">
            <a:extLst>
              <a:ext uri="{FF2B5EF4-FFF2-40B4-BE49-F238E27FC236}">
                <a16:creationId xmlns:a16="http://schemas.microsoft.com/office/drawing/2014/main" id="{E4830482-5FCC-4BA3-9C07-28122E022971}"/>
              </a:ext>
            </a:extLst>
          </p:cNvPr>
          <p:cNvSpPr txBox="1"/>
          <p:nvPr/>
        </p:nvSpPr>
        <p:spPr>
          <a:xfrm>
            <a:off x="432001" y="4723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6" name="sax_Navi_Eintrag" hidden="1">
            <a:extLst>
              <a:ext uri="{FF2B5EF4-FFF2-40B4-BE49-F238E27FC236}">
                <a16:creationId xmlns:a16="http://schemas.microsoft.com/office/drawing/2014/main" id="{2250FCB5-04BD-4315-BBC7-6530A483D374}"/>
              </a:ext>
            </a:extLst>
          </p:cNvPr>
          <p:cNvSpPr txBox="1"/>
          <p:nvPr/>
        </p:nvSpPr>
        <p:spPr>
          <a:xfrm>
            <a:off x="432001" y="4968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7" name="sax_Navi_Eintrag" hidden="1">
            <a:extLst>
              <a:ext uri="{FF2B5EF4-FFF2-40B4-BE49-F238E27FC236}">
                <a16:creationId xmlns:a16="http://schemas.microsoft.com/office/drawing/2014/main" id="{F13CC135-D7D0-43AB-92E6-D104FD8E8CFB}"/>
              </a:ext>
            </a:extLst>
          </p:cNvPr>
          <p:cNvSpPr txBox="1"/>
          <p:nvPr/>
        </p:nvSpPr>
        <p:spPr>
          <a:xfrm>
            <a:off x="432001" y="5212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9" name="Marker">
            <a:extLst>
              <a:ext uri="{FF2B5EF4-FFF2-40B4-BE49-F238E27FC236}">
                <a16:creationId xmlns:a16="http://schemas.microsoft.com/office/drawing/2014/main" id="{6FEB7C4F-5D80-45CA-A283-CF2D7C10C0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76ACD-DE19-417B-9BC3-333B60BD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8" name="sax_Navi">
            <a:extLst>
              <a:ext uri="{FF2B5EF4-FFF2-40B4-BE49-F238E27FC236}">
                <a16:creationId xmlns:a16="http://schemas.microsoft.com/office/drawing/2014/main" id="{681167D3-45A6-49D7-B848-F699886390FC}"/>
              </a:ext>
            </a:extLst>
          </p:cNvPr>
          <p:cNvSpPr txBox="1"/>
          <p:nvPr userDrawn="1"/>
        </p:nvSpPr>
        <p:spPr>
          <a:xfrm>
            <a:off x="432001" y="1296000"/>
            <a:ext cx="10101600" cy="4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333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0" name="sax_Navi_Eintrag" hidden="1">
            <a:extLst>
              <a:ext uri="{FF2B5EF4-FFF2-40B4-BE49-F238E27FC236}">
                <a16:creationId xmlns:a16="http://schemas.microsoft.com/office/drawing/2014/main" id="{34C223C0-0160-497C-BA86-C04A664598BB}"/>
              </a:ext>
            </a:extLst>
          </p:cNvPr>
          <p:cNvSpPr txBox="1"/>
          <p:nvPr userDrawn="1"/>
        </p:nvSpPr>
        <p:spPr>
          <a:xfrm>
            <a:off x="432001" y="1296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1" name="sax_Navi_Eintrag" hidden="1">
            <a:extLst>
              <a:ext uri="{FF2B5EF4-FFF2-40B4-BE49-F238E27FC236}">
                <a16:creationId xmlns:a16="http://schemas.microsoft.com/office/drawing/2014/main" id="{4C038971-2094-4EFE-8DED-5A157EE3C258}"/>
              </a:ext>
            </a:extLst>
          </p:cNvPr>
          <p:cNvSpPr txBox="1"/>
          <p:nvPr userDrawn="1"/>
        </p:nvSpPr>
        <p:spPr>
          <a:xfrm>
            <a:off x="432001" y="1540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2" name="sax_Navi_Eintrag" hidden="1">
            <a:extLst>
              <a:ext uri="{FF2B5EF4-FFF2-40B4-BE49-F238E27FC236}">
                <a16:creationId xmlns:a16="http://schemas.microsoft.com/office/drawing/2014/main" id="{DF516F00-A919-43A7-9787-029B709A230C}"/>
              </a:ext>
            </a:extLst>
          </p:cNvPr>
          <p:cNvSpPr txBox="1"/>
          <p:nvPr userDrawn="1"/>
        </p:nvSpPr>
        <p:spPr>
          <a:xfrm>
            <a:off x="432001" y="1785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3" name="sax_Navi_Eintrag" hidden="1">
            <a:extLst>
              <a:ext uri="{FF2B5EF4-FFF2-40B4-BE49-F238E27FC236}">
                <a16:creationId xmlns:a16="http://schemas.microsoft.com/office/drawing/2014/main" id="{BBFC1DAC-C747-4E19-ADF4-80EC6E765AA7}"/>
              </a:ext>
            </a:extLst>
          </p:cNvPr>
          <p:cNvSpPr txBox="1"/>
          <p:nvPr userDrawn="1"/>
        </p:nvSpPr>
        <p:spPr>
          <a:xfrm>
            <a:off x="432001" y="2030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6A71518B-7AD5-4725-8873-8B0E52A3DEC8}"/>
              </a:ext>
            </a:extLst>
          </p:cNvPr>
          <p:cNvSpPr txBox="1"/>
          <p:nvPr userDrawn="1"/>
        </p:nvSpPr>
        <p:spPr>
          <a:xfrm>
            <a:off x="432001" y="2275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4DD83441-B8EA-49FD-93D7-397A0F6BB1DA}"/>
              </a:ext>
            </a:extLst>
          </p:cNvPr>
          <p:cNvSpPr txBox="1"/>
          <p:nvPr userDrawn="1"/>
        </p:nvSpPr>
        <p:spPr>
          <a:xfrm>
            <a:off x="432001" y="2520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2F162DEC-1CCB-4E2D-8158-0232117A444B}"/>
              </a:ext>
            </a:extLst>
          </p:cNvPr>
          <p:cNvSpPr txBox="1"/>
          <p:nvPr userDrawn="1"/>
        </p:nvSpPr>
        <p:spPr>
          <a:xfrm>
            <a:off x="432001" y="2764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B05EB935-92B8-4D60-846C-6A507C98ED62}"/>
              </a:ext>
            </a:extLst>
          </p:cNvPr>
          <p:cNvSpPr txBox="1"/>
          <p:nvPr userDrawn="1"/>
        </p:nvSpPr>
        <p:spPr>
          <a:xfrm>
            <a:off x="432001" y="3009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07468EB7-8778-422C-B7A7-C02F3291677A}"/>
              </a:ext>
            </a:extLst>
          </p:cNvPr>
          <p:cNvSpPr txBox="1"/>
          <p:nvPr userDrawn="1"/>
        </p:nvSpPr>
        <p:spPr>
          <a:xfrm>
            <a:off x="432001" y="3254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CA9A13CF-3F90-411B-A3DF-9E04D96E3398}"/>
              </a:ext>
            </a:extLst>
          </p:cNvPr>
          <p:cNvSpPr txBox="1"/>
          <p:nvPr userDrawn="1"/>
        </p:nvSpPr>
        <p:spPr>
          <a:xfrm>
            <a:off x="432001" y="3499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C3772C91-8DE6-41B7-B98C-1384B60F5BA8}"/>
              </a:ext>
            </a:extLst>
          </p:cNvPr>
          <p:cNvSpPr txBox="1"/>
          <p:nvPr userDrawn="1"/>
        </p:nvSpPr>
        <p:spPr>
          <a:xfrm>
            <a:off x="432001" y="3744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2F412347-15AA-4EED-A96F-0E62F8DDD7F1}"/>
              </a:ext>
            </a:extLst>
          </p:cNvPr>
          <p:cNvSpPr txBox="1"/>
          <p:nvPr userDrawn="1"/>
        </p:nvSpPr>
        <p:spPr>
          <a:xfrm>
            <a:off x="432001" y="3988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9A8F7C8D-0A11-4149-96C1-9D17E36D1AF5}"/>
              </a:ext>
            </a:extLst>
          </p:cNvPr>
          <p:cNvSpPr txBox="1"/>
          <p:nvPr userDrawn="1"/>
        </p:nvSpPr>
        <p:spPr>
          <a:xfrm>
            <a:off x="432001" y="4233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73DBEB57-7E12-4F70-90C1-AA3A874FCD66}"/>
              </a:ext>
            </a:extLst>
          </p:cNvPr>
          <p:cNvSpPr txBox="1"/>
          <p:nvPr userDrawn="1"/>
        </p:nvSpPr>
        <p:spPr>
          <a:xfrm>
            <a:off x="432001" y="4478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E4830482-5FCC-4BA3-9C07-28122E022971}"/>
              </a:ext>
            </a:extLst>
          </p:cNvPr>
          <p:cNvSpPr txBox="1"/>
          <p:nvPr userDrawn="1"/>
        </p:nvSpPr>
        <p:spPr>
          <a:xfrm>
            <a:off x="432001" y="4723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5" name="sax_Navi_Eintrag" hidden="1">
            <a:extLst>
              <a:ext uri="{FF2B5EF4-FFF2-40B4-BE49-F238E27FC236}">
                <a16:creationId xmlns:a16="http://schemas.microsoft.com/office/drawing/2014/main" id="{2250FCB5-04BD-4315-BBC7-6530A483D374}"/>
              </a:ext>
            </a:extLst>
          </p:cNvPr>
          <p:cNvSpPr txBox="1"/>
          <p:nvPr userDrawn="1"/>
        </p:nvSpPr>
        <p:spPr>
          <a:xfrm>
            <a:off x="432001" y="4968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46" name="sax_Navi_Eintrag" hidden="1">
            <a:extLst>
              <a:ext uri="{FF2B5EF4-FFF2-40B4-BE49-F238E27FC236}">
                <a16:creationId xmlns:a16="http://schemas.microsoft.com/office/drawing/2014/main" id="{F13CC135-D7D0-43AB-92E6-D104FD8E8CFB}"/>
              </a:ext>
            </a:extLst>
          </p:cNvPr>
          <p:cNvSpPr txBox="1"/>
          <p:nvPr userDrawn="1"/>
        </p:nvSpPr>
        <p:spPr>
          <a:xfrm>
            <a:off x="432001" y="5212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356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ning of New Chapt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Rectangle">
            <a:extLst>
              <a:ext uri="{FF2B5EF4-FFF2-40B4-BE49-F238E27FC236}">
                <a16:creationId xmlns:a16="http://schemas.microsoft.com/office/drawing/2014/main" id="{6385E7B5-AA04-46C2-8E0C-C42876EC9B06}"/>
              </a:ext>
            </a:extLst>
          </p:cNvPr>
          <p:cNvSpPr/>
          <p:nvPr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172720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A0AB728E-D283-462E-ACCB-8E0C5C88B733}"/>
              </a:ext>
            </a:extLst>
          </p:cNvPr>
          <p:cNvSpPr>
            <a:spLocks noSelect="1" noChangeAspect="1"/>
          </p:cNvSpPr>
          <p:nvPr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27FC7F-78E8-4DDE-AF6C-6F3B6F08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4" name="DateOnSlides">
            <a:extLst>
              <a:ext uri="{FF2B5EF4-FFF2-40B4-BE49-F238E27FC236}">
                <a16:creationId xmlns:a16="http://schemas.microsoft.com/office/drawing/2014/main" id="{F38D1EF9-3D38-4017-86F6-2E5B5B8A04BA}"/>
              </a:ext>
            </a:extLst>
          </p:cNvPr>
          <p:cNvSpPr txBox="1"/>
          <p:nvPr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5" name="FooterOnSlides">
            <a:extLst>
              <a:ext uri="{FF2B5EF4-FFF2-40B4-BE49-F238E27FC236}">
                <a16:creationId xmlns:a16="http://schemas.microsoft.com/office/drawing/2014/main" id="{5A24DF9A-92A0-405F-A007-5F1080641F46}"/>
              </a:ext>
            </a:extLst>
          </p:cNvPr>
          <p:cNvSpPr txBox="1"/>
          <p:nvPr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2C1BB281-DCCF-46EF-8D80-467D9E2D11B0}"/>
              </a:ext>
            </a:extLst>
          </p:cNvPr>
          <p:cNvSpPr txBox="1"/>
          <p:nvPr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04D0AB01-649E-40DE-AEB0-40F600F78D97}"/>
              </a:ext>
            </a:extLst>
          </p:cNvPr>
          <p:cNvSpPr txBox="1"/>
          <p:nvPr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  <p:sp>
        <p:nvSpPr>
          <p:cNvPr id="16" name="FooterRectangle">
            <a:extLst>
              <a:ext uri="{FF2B5EF4-FFF2-40B4-BE49-F238E27FC236}">
                <a16:creationId xmlns:a16="http://schemas.microsoft.com/office/drawing/2014/main" id="{6385E7B5-AA04-46C2-8E0C-C42876EC9B06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1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18" name="Logo">
            <a:extLst>
              <a:ext uri="{FF2B5EF4-FFF2-40B4-BE49-F238E27FC236}">
                <a16:creationId xmlns:a16="http://schemas.microsoft.com/office/drawing/2014/main" id="{A0AB728E-D283-462E-ACCB-8E0C5C88B733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19" name="DateOnSlides">
            <a:extLst>
              <a:ext uri="{FF2B5EF4-FFF2-40B4-BE49-F238E27FC236}">
                <a16:creationId xmlns:a16="http://schemas.microsoft.com/office/drawing/2014/main" id="{F38D1EF9-3D38-4017-86F6-2E5B5B8A04BA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20" name="FooterOnSlides">
            <a:extLst>
              <a:ext uri="{FF2B5EF4-FFF2-40B4-BE49-F238E27FC236}">
                <a16:creationId xmlns:a16="http://schemas.microsoft.com/office/drawing/2014/main" id="{5A24DF9A-92A0-405F-A007-5F1080641F46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21" name="Stamp">
            <a:extLst>
              <a:ext uri="{FF2B5EF4-FFF2-40B4-BE49-F238E27FC236}">
                <a16:creationId xmlns:a16="http://schemas.microsoft.com/office/drawing/2014/main" id="{2C1BB281-DCCF-46EF-8D80-467D9E2D11B0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22" name="Stamp" hidden="1">
            <a:extLst>
              <a:ext uri="{FF2B5EF4-FFF2-40B4-BE49-F238E27FC236}">
                <a16:creationId xmlns:a16="http://schemas.microsoft.com/office/drawing/2014/main" id="{04D0AB01-649E-40DE-AEB0-40F600F78D97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1769053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8">
          <p15:clr>
            <a:srgbClr val="FBAE40"/>
          </p15:clr>
        </p15:guide>
        <p15:guide id="2" orient="horz" pos="19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ning of New Chapt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shGraphic">
            <a:extLst>
              <a:ext uri="{FF2B5EF4-FFF2-40B4-BE49-F238E27FC236}">
                <a16:creationId xmlns:a16="http://schemas.microsoft.com/office/drawing/2014/main" id="{EEC3169A-C541-4786-AA56-D548B1A1E88D}"/>
              </a:ext>
            </a:extLst>
          </p:cNvPr>
          <p:cNvPicPr>
            <a:picLocks noSelect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10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43F0-4CD9-48AC-BA13-6DCD5E03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5" name="DateOnSlides">
            <a:extLst>
              <a:ext uri="{FF2B5EF4-FFF2-40B4-BE49-F238E27FC236}">
                <a16:creationId xmlns:a16="http://schemas.microsoft.com/office/drawing/2014/main" id="{A9385FA0-535D-46F1-911C-6D28971E7551}"/>
              </a:ext>
            </a:extLst>
          </p:cNvPr>
          <p:cNvSpPr txBox="1"/>
          <p:nvPr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6" name="FooterOnSlides">
            <a:extLst>
              <a:ext uri="{FF2B5EF4-FFF2-40B4-BE49-F238E27FC236}">
                <a16:creationId xmlns:a16="http://schemas.microsoft.com/office/drawing/2014/main" id="{0075C4EB-EF4D-46EB-928F-A8809AA4BCD8}"/>
              </a:ext>
            </a:extLst>
          </p:cNvPr>
          <p:cNvSpPr txBox="1"/>
          <p:nvPr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B999269B-D0E6-496C-93A5-57E392209CA4}"/>
              </a:ext>
            </a:extLst>
          </p:cNvPr>
          <p:cNvSpPr txBox="1"/>
          <p:nvPr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720E7206-38CB-43C6-A000-9504A3D4961A}"/>
              </a:ext>
            </a:extLst>
          </p:cNvPr>
          <p:cNvSpPr txBox="1"/>
          <p:nvPr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  <p:pic>
        <p:nvPicPr>
          <p:cNvPr id="14" name="BshGraphic">
            <a:extLst>
              <a:ext uri="{FF2B5EF4-FFF2-40B4-BE49-F238E27FC236}">
                <a16:creationId xmlns:a16="http://schemas.microsoft.com/office/drawing/2014/main" id="{EEC3169A-C541-4786-AA56-D548B1A1E88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17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18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0" name="DateOnSlides">
            <a:extLst>
              <a:ext uri="{FF2B5EF4-FFF2-40B4-BE49-F238E27FC236}">
                <a16:creationId xmlns:a16="http://schemas.microsoft.com/office/drawing/2014/main" id="{A9385FA0-535D-46F1-911C-6D28971E7551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21" name="FooterOnSlides">
            <a:extLst>
              <a:ext uri="{FF2B5EF4-FFF2-40B4-BE49-F238E27FC236}">
                <a16:creationId xmlns:a16="http://schemas.microsoft.com/office/drawing/2014/main" id="{0075C4EB-EF4D-46EB-928F-A8809AA4BCD8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22" name="Stamp">
            <a:extLst>
              <a:ext uri="{FF2B5EF4-FFF2-40B4-BE49-F238E27FC236}">
                <a16:creationId xmlns:a16="http://schemas.microsoft.com/office/drawing/2014/main" id="{B999269B-D0E6-496C-93A5-57E392209CA4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23" name="Stamp" hidden="1">
            <a:extLst>
              <a:ext uri="{FF2B5EF4-FFF2-40B4-BE49-F238E27FC236}">
                <a16:creationId xmlns:a16="http://schemas.microsoft.com/office/drawing/2014/main" id="{720E7206-38CB-43C6-A000-9504A3D4961A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2466427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4">
          <p15:clr>
            <a:srgbClr val="FBAE40"/>
          </p15:clr>
        </p15:guide>
        <p15:guide id="2" orient="horz" pos="327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ning of New 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43F0-4CD9-48AC-BA13-6DCD5E03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4" name="DateOnSlides">
            <a:extLst>
              <a:ext uri="{FF2B5EF4-FFF2-40B4-BE49-F238E27FC236}">
                <a16:creationId xmlns:a16="http://schemas.microsoft.com/office/drawing/2014/main" id="{3E0F5B89-56E6-4247-A5FE-1B8BE3905133}"/>
              </a:ext>
            </a:extLst>
          </p:cNvPr>
          <p:cNvSpPr txBox="1"/>
          <p:nvPr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5" name="FooterOnSlides">
            <a:extLst>
              <a:ext uri="{FF2B5EF4-FFF2-40B4-BE49-F238E27FC236}">
                <a16:creationId xmlns:a16="http://schemas.microsoft.com/office/drawing/2014/main" id="{5E7D236B-4759-4FB7-84E9-3746FF3079FD}"/>
              </a:ext>
            </a:extLst>
          </p:cNvPr>
          <p:cNvSpPr txBox="1"/>
          <p:nvPr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F1649011-A348-4042-A675-EEAE09E93294}"/>
              </a:ext>
            </a:extLst>
          </p:cNvPr>
          <p:cNvSpPr txBox="1"/>
          <p:nvPr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FDE6F71A-07F8-4756-88B9-4005E8EEFBF0}"/>
              </a:ext>
            </a:extLst>
          </p:cNvPr>
          <p:cNvSpPr txBox="1"/>
          <p:nvPr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  <p:sp>
        <p:nvSpPr>
          <p:cNvPr id="16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1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18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19" name="DateOnSlides">
            <a:extLst>
              <a:ext uri="{FF2B5EF4-FFF2-40B4-BE49-F238E27FC236}">
                <a16:creationId xmlns:a16="http://schemas.microsoft.com/office/drawing/2014/main" id="{3E0F5B89-56E6-4247-A5FE-1B8BE3905133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20" name="FooterOnSlides">
            <a:extLst>
              <a:ext uri="{FF2B5EF4-FFF2-40B4-BE49-F238E27FC236}">
                <a16:creationId xmlns:a16="http://schemas.microsoft.com/office/drawing/2014/main" id="{5E7D236B-4759-4FB7-84E9-3746FF3079FD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21" name="Stamp">
            <a:extLst>
              <a:ext uri="{FF2B5EF4-FFF2-40B4-BE49-F238E27FC236}">
                <a16:creationId xmlns:a16="http://schemas.microsoft.com/office/drawing/2014/main" id="{F1649011-A348-4042-A675-EEAE09E93294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22" name="Stamp" hidden="1">
            <a:extLst>
              <a:ext uri="{FF2B5EF4-FFF2-40B4-BE49-F238E27FC236}">
                <a16:creationId xmlns:a16="http://schemas.microsoft.com/office/drawing/2014/main" id="{FDE6F71A-07F8-4756-88B9-4005E8EEFBF0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337507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4">
          <p15:clr>
            <a:srgbClr val="FBAE40"/>
          </p15:clr>
        </p15:guide>
        <p15:guide id="2" orient="horz" pos="32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ginning of New 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Rectangle">
            <a:extLst>
              <a:ext uri="{FF2B5EF4-FFF2-40B4-BE49-F238E27FC236}">
                <a16:creationId xmlns:a16="http://schemas.microsoft.com/office/drawing/2014/main" id="{406A30C1-DF30-4125-869A-D031CE59AB35}"/>
              </a:ext>
            </a:extLst>
          </p:cNvPr>
          <p:cNvSpPr/>
          <p:nvPr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2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979169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34E29B0E-F19B-4761-BC89-4428D7552A4C}"/>
              </a:ext>
            </a:extLst>
          </p:cNvPr>
          <p:cNvSpPr>
            <a:spLocks noSelect="1" noChangeAspect="1"/>
          </p:cNvSpPr>
          <p:nvPr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E3D3F-D40A-42C9-AE00-13B53EF8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3" name="DateOnSlides">
            <a:extLst>
              <a:ext uri="{FF2B5EF4-FFF2-40B4-BE49-F238E27FC236}">
                <a16:creationId xmlns:a16="http://schemas.microsoft.com/office/drawing/2014/main" id="{8F7DDB24-ED91-4353-8892-B7DC9BD7F5D7}"/>
              </a:ext>
            </a:extLst>
          </p:cNvPr>
          <p:cNvSpPr txBox="1"/>
          <p:nvPr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4" name="FooterOnSlides">
            <a:extLst>
              <a:ext uri="{FF2B5EF4-FFF2-40B4-BE49-F238E27FC236}">
                <a16:creationId xmlns:a16="http://schemas.microsoft.com/office/drawing/2014/main" id="{036C6B8C-90E6-4032-B17A-6A84C6494302}"/>
              </a:ext>
            </a:extLst>
          </p:cNvPr>
          <p:cNvSpPr txBox="1"/>
          <p:nvPr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1" name="Stamp">
            <a:extLst>
              <a:ext uri="{FF2B5EF4-FFF2-40B4-BE49-F238E27FC236}">
                <a16:creationId xmlns:a16="http://schemas.microsoft.com/office/drawing/2014/main" id="{0722655F-0371-41C5-8660-9E5DE74F3E26}"/>
              </a:ext>
            </a:extLst>
          </p:cNvPr>
          <p:cNvSpPr txBox="1"/>
          <p:nvPr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2" name="Stamp" hidden="1">
            <a:extLst>
              <a:ext uri="{FF2B5EF4-FFF2-40B4-BE49-F238E27FC236}">
                <a16:creationId xmlns:a16="http://schemas.microsoft.com/office/drawing/2014/main" id="{391AF976-8ADE-4E94-82F6-403DE2D0A3C4}"/>
              </a:ext>
            </a:extLst>
          </p:cNvPr>
          <p:cNvSpPr txBox="1"/>
          <p:nvPr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  <p:sp>
        <p:nvSpPr>
          <p:cNvPr id="15" name="FooterRectangle">
            <a:extLst>
              <a:ext uri="{FF2B5EF4-FFF2-40B4-BE49-F238E27FC236}">
                <a16:creationId xmlns:a16="http://schemas.microsoft.com/office/drawing/2014/main" id="{406A30C1-DF30-4125-869A-D031CE59AB35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16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34E29B0E-F19B-4761-BC89-4428D7552A4C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18" name="DateOnSlides">
            <a:extLst>
              <a:ext uri="{FF2B5EF4-FFF2-40B4-BE49-F238E27FC236}">
                <a16:creationId xmlns:a16="http://schemas.microsoft.com/office/drawing/2014/main" id="{8F7DDB24-ED91-4353-8892-B7DC9BD7F5D7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9" name="FooterOnSlides">
            <a:extLst>
              <a:ext uri="{FF2B5EF4-FFF2-40B4-BE49-F238E27FC236}">
                <a16:creationId xmlns:a16="http://schemas.microsoft.com/office/drawing/2014/main" id="{036C6B8C-90E6-4032-B17A-6A84C6494302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20" name="Stamp">
            <a:extLst>
              <a:ext uri="{FF2B5EF4-FFF2-40B4-BE49-F238E27FC236}">
                <a16:creationId xmlns:a16="http://schemas.microsoft.com/office/drawing/2014/main" id="{0722655F-0371-41C5-8660-9E5DE74F3E26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21" name="Stamp" hidden="1">
            <a:extLst>
              <a:ext uri="{FF2B5EF4-FFF2-40B4-BE49-F238E27FC236}">
                <a16:creationId xmlns:a16="http://schemas.microsoft.com/office/drawing/2014/main" id="{391AF976-8ADE-4E94-82F6-403DE2D0A3C4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3087080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  <p15:guide id="2" orient="horz" pos="143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172720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735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8">
          <p15:clr>
            <a:srgbClr val="FBAE40"/>
          </p15:clr>
        </p15:guide>
        <p15:guide id="2" orient="horz" pos="19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shGraphic">
            <a:extLst>
              <a:ext uri="{FF2B5EF4-FFF2-40B4-BE49-F238E27FC236}">
                <a16:creationId xmlns:a16="http://schemas.microsoft.com/office/drawing/2014/main" id="{4280C2C1-EC4D-443E-AD86-186BEABF749C}"/>
              </a:ext>
            </a:extLst>
          </p:cNvPr>
          <p:cNvPicPr>
            <a:picLocks noSelect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  <p:pic>
        <p:nvPicPr>
          <p:cNvPr id="5" name="BshGraphic">
            <a:extLst>
              <a:ext uri="{FF2B5EF4-FFF2-40B4-BE49-F238E27FC236}">
                <a16:creationId xmlns:a16="http://schemas.microsoft.com/office/drawing/2014/main" id="{4280C2C1-EC4D-443E-AD86-186BEABF749C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6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27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0">
          <p15:clr>
            <a:srgbClr val="FBAE40"/>
          </p15:clr>
        </p15:guide>
        <p15:guide id="2" orient="horz" pos="245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21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0">
          <p15:clr>
            <a:srgbClr val="FBAE40"/>
          </p15:clr>
        </p15:guide>
        <p15:guide id="2" orient="horz" pos="245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/>
        </p:nvSpPr>
        <p:spPr>
          <a:xfrm>
            <a:off x="1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979169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717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  <p15:guide id="2" orient="horz" pos="143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Graphical Conten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3F05F9-DC36-40B7-A7D3-853B032CF46B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401"/>
            <a:ext cx="10102850" cy="431927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chapter_agenda">
            <a:extLst>
              <a:ext uri="{FF2B5EF4-FFF2-40B4-BE49-F238E27FC236}">
                <a16:creationId xmlns:a16="http://schemas.microsoft.com/office/drawing/2014/main" id="{F4355DFE-30F2-466A-BC92-7370E3CC2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1FD56-1CE8-4E64-A098-A65B1C5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995546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399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91809" y="1295399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F729EE-A381-42EA-8A60-27CEA5892D38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431799" y="3563620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F47A80A-CB97-4FCE-845F-73E96976161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591809" y="3563620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0AB3E-B4A8-4928-88C4-78AE8A25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064439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3" orient="horz" pos="2108">
          <p15:clr>
            <a:srgbClr val="FBAE40"/>
          </p15:clr>
        </p15:guide>
        <p15:guide id="4" orient="horz" pos="2245">
          <p15:clr>
            <a:srgbClr val="FBAE40"/>
          </p15:clr>
        </p15:guide>
        <p15:guide id="5" pos="3386">
          <p15:clr>
            <a:srgbClr val="FBAE40"/>
          </p15:clr>
        </p15:guide>
        <p15:guide id="6" pos="3522">
          <p15:clr>
            <a:srgbClr val="FBAE40"/>
          </p15:clr>
        </p15:guide>
        <p15:guide id="7" orient="horz" pos="8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 Contents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870959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57A6-A895-4E8B-A92B-01C1BC120EDE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0119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33A697-D06F-47D0-B905-BA0FEEFD6042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431800" y="3563620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D374026-F3BB-4D10-934B-DB29F9A4A92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3870959" y="3563620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C35BF48D-84FF-4136-9A0C-7BCF265A00D0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7310119" y="3563619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910DD-EA17-4535-BAC0-D62B0A5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0756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02">
          <p15:clr>
            <a:srgbClr val="FBAE40"/>
          </p15:clr>
        </p15:guide>
        <p15:guide id="2" pos="2438">
          <p15:clr>
            <a:srgbClr val="FBAE40"/>
          </p15:clr>
        </p15:guide>
        <p15:guide id="3" pos="4469">
          <p15:clr>
            <a:srgbClr val="FBAE40"/>
          </p15:clr>
        </p15:guide>
        <p15:guide id="4" pos="460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2108">
          <p15:clr>
            <a:srgbClr val="FBAE40"/>
          </p15:clr>
        </p15:guide>
        <p15:guide id="8" orient="horz" pos="224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A7E4C-13C0-4873-A97B-F72BB109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72436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6C1836-18C1-4CF9-AF45-A2A1AE20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147300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482" y="247110"/>
            <a:ext cx="9872663" cy="1028436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82" y="1439811"/>
            <a:ext cx="9872663" cy="4072319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3919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9115-5595-47FE-9503-E3D3E6BF6AF4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74E3-2222-408E-BAB6-4DE3AF7B8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61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flip dir="r"/>
      </p:transition>
    </mc:Choice>
    <mc:Fallback xmlns="">
      <p:transition spd="slow" advTm="200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A7E4C-13C0-4873-A97B-F72BB1093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242614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 marL="0" marR="0" lvl="0" indent="0" algn="l" defTabSz="8226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3" name="DataOnTitleSlide">
            <a:extLst>
              <a:ext uri="{FF2B5EF4-FFF2-40B4-BE49-F238E27FC236}">
                <a16:creationId xmlns:a16="http://schemas.microsoft.com/office/drawing/2014/main" id="{13C69295-0AC3-44B2-AB27-117BFCE6483F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228174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shGraphic">
            <a:extLst>
              <a:ext uri="{FF2B5EF4-FFF2-40B4-BE49-F238E27FC236}">
                <a16:creationId xmlns:a16="http://schemas.microsoft.com/office/drawing/2014/main" id="{049853D3-472A-490B-BB14-AE8B4A9CAFD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  <p:pic>
        <p:nvPicPr>
          <p:cNvPr id="8" name="Grafik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2" b="11883"/>
          <a:stretch/>
        </p:blipFill>
        <p:spPr>
          <a:xfrm>
            <a:off x="1" y="17440"/>
            <a:ext cx="10980363" cy="6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5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3023871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0" y="3453484"/>
            <a:ext cx="7730913" cy="2164522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34556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4596128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2503267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9FBA92-47EF-4543-A172-97E63591D848}"/>
              </a:ext>
            </a:extLst>
          </p:cNvPr>
          <p:cNvSpPr/>
          <p:nvPr userDrawn="1"/>
        </p:nvSpPr>
        <p:spPr bwMode="gray">
          <a:xfrm>
            <a:off x="0" y="547369"/>
            <a:ext cx="7889240" cy="4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31786" tIns="72387" rIns="0" bIns="72387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cap="none" spc="0" baseline="0" noProof="1">
                <a:solidFill>
                  <a:schemeClr val="tx1"/>
                </a:solidFill>
                <a:latin typeface="Arial" panose="020B0604020202020204" pitchFamily="34" charset="0"/>
              </a:rPr>
              <a:t>BSH Home Appliances Group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-2" y="979169"/>
            <a:ext cx="7734300" cy="21590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4522">
                <a:moveTo>
                  <a:pt x="0" y="0"/>
                </a:moveTo>
                <a:lnTo>
                  <a:pt x="7730913" y="5299"/>
                </a:lnTo>
                <a:lnTo>
                  <a:pt x="6951641" y="2164522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72387" rIns="0" bIns="72387" rtlCol="0" anchor="ctr"/>
          <a:lstStyle/>
          <a:p>
            <a:pPr algn="ctr">
              <a:lnSpc>
                <a:spcPct val="100000"/>
              </a:lnSpc>
            </a:pPr>
            <a:endParaRPr lang="en-US" sz="9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979169"/>
            <a:ext cx="7889240" cy="2159000"/>
          </a:xfrm>
        </p:spPr>
        <p:txBody>
          <a:bodyPr lIns="431800" tIns="125729" rIns="1008380" bIns="129540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1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Presentation Title</a:t>
            </a:r>
          </a:p>
        </p:txBody>
      </p:sp>
      <p:sp>
        <p:nvSpPr>
          <p:cNvPr id="6" name="DataOnTitleSlide">
            <a:extLst>
              <a:ext uri="{FF2B5EF4-FFF2-40B4-BE49-F238E27FC236}">
                <a16:creationId xmlns:a16="http://schemas.microsoft.com/office/drawing/2014/main" id="{8DD1EC2F-67D2-4363-A51D-0003EE1FC739}"/>
              </a:ext>
            </a:extLst>
          </p:cNvPr>
          <p:cNvSpPr txBox="1"/>
          <p:nvPr userDrawn="1"/>
        </p:nvSpPr>
        <p:spPr>
          <a:xfrm>
            <a:off x="1" y="2119629"/>
            <a:ext cx="6780530" cy="1026160"/>
          </a:xfrm>
          <a:prstGeom prst="rect">
            <a:avLst/>
          </a:prstGeom>
          <a:noFill/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2021-04-21</a:t>
            </a:r>
          </a:p>
          <a:p>
            <a:pPr>
              <a:lnSpc>
                <a:spcPct val="90000"/>
              </a:lnSpc>
            </a:pPr>
            <a:r>
              <a:rPr lang="en-US" sz="1600" b="0" i="0" u="none" spc="0" noProof="1">
                <a:solidFill>
                  <a:srgbClr val="FFFFFF"/>
                </a:solidFill>
                <a:latin typeface="Arial" panose="020B0604020202020204" pitchFamily="34" charset="0"/>
              </a:rPr>
              <a:t>WLB Team (CHR-TR)</a:t>
            </a:r>
          </a:p>
        </p:txBody>
      </p:sp>
    </p:spTree>
    <p:extLst>
      <p:ext uri="{BB962C8B-B14F-4D97-AF65-F5344CB8AC3E}">
        <p14:creationId xmlns:p14="http://schemas.microsoft.com/office/powerpoint/2010/main" val="3194618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with 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1"/>
              <a:t>Add Agenda Title</a:t>
            </a:r>
          </a:p>
        </p:txBody>
      </p:sp>
      <p:sp>
        <p:nvSpPr>
          <p:cNvPr id="5" name="ScheduleOnAgenda">
            <a:extLst>
              <a:ext uri="{FF2B5EF4-FFF2-40B4-BE49-F238E27FC236}">
                <a16:creationId xmlns:a16="http://schemas.microsoft.com/office/drawing/2014/main" id="{29F91088-5435-4BDD-950D-A56C716A35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1800" y="1295399"/>
            <a:ext cx="1079500" cy="4319270"/>
          </a:xfrm>
        </p:spPr>
        <p:txBody>
          <a:bodyPr lIns="72389" tIns="0" rIns="0" bIns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1600" spc="0"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Time</a:t>
            </a:r>
          </a:p>
        </p:txBody>
      </p:sp>
      <p:sp>
        <p:nvSpPr>
          <p:cNvPr id="7" name="TextOnAgenda">
            <a:extLst>
              <a:ext uri="{FF2B5EF4-FFF2-40B4-BE49-F238E27FC236}">
                <a16:creationId xmlns:a16="http://schemas.microsoft.com/office/drawing/2014/main" id="{C9657776-2DAB-4256-995E-C53DD01E8092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1727201" y="1295401"/>
            <a:ext cx="8798559" cy="4319270"/>
          </a:xfrm>
        </p:spPr>
        <p:txBody>
          <a:bodyPr lIns="0" tIns="0" rIns="0" bIns="0">
            <a:noAutofit/>
          </a:bodyPr>
          <a:lstStyle>
            <a:lvl1pPr marL="269980" indent="-269980">
              <a:lnSpc>
                <a:spcPct val="100000"/>
              </a:lnSpc>
              <a:buFont typeface="+mj-lt"/>
              <a:buAutoNum type="arabicPeriod"/>
              <a:defRPr sz="1600" b="1" spc="0"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noProof="1"/>
              <a:t>Add Agenda Item</a:t>
            </a:r>
          </a:p>
        </p:txBody>
      </p:sp>
      <p:sp>
        <p:nvSpPr>
          <p:cNvPr id="8" name="Marker">
            <a:extLst>
              <a:ext uri="{FF2B5EF4-FFF2-40B4-BE49-F238E27FC236}">
                <a16:creationId xmlns:a16="http://schemas.microsoft.com/office/drawing/2014/main" id="{91BB24E8-979A-4CC4-AC6E-6F8D478065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de-DE" noProof="1"/>
              <a:t>Formatvorlagen des Textmasters bearbeiten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4AB71-FBD4-4FAE-9669-817BB962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291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">
          <p15:clr>
            <a:srgbClr val="FBAE40"/>
          </p15:clr>
        </p15:guide>
        <p15:guide id="2" orient="horz" pos="737">
          <p15:clr>
            <a:srgbClr val="FBAE40"/>
          </p15:clr>
        </p15:guide>
        <p15:guide id="3" pos="952">
          <p15:clr>
            <a:srgbClr val="FBAE40"/>
          </p15:clr>
        </p15:guide>
        <p15:guide id="4" pos="1088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1"/>
              <a:t>Add Title of Table of Contents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9FCA3E0-36A6-4D0E-90E1-08118397C1F8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431799" y="1295401"/>
            <a:ext cx="10102850" cy="4319270"/>
          </a:xfrm>
        </p:spPr>
        <p:txBody>
          <a:bodyPr lIns="72389" tIns="0" rIns="0" bIns="0">
            <a:noAutofit/>
          </a:bodyPr>
          <a:lstStyle>
            <a:lvl1pPr marL="269980" indent="-269980">
              <a:lnSpc>
                <a:spcPct val="100000"/>
              </a:lnSpc>
              <a:buFont typeface="+mj-lt"/>
              <a:buAutoNum type="arabicPeriod"/>
              <a:defRPr sz="1600" spc="0">
                <a:latin typeface="+mn-lt"/>
              </a:defRPr>
            </a:lvl1pPr>
            <a:lvl5pPr>
              <a:defRPr/>
            </a:lvl5pPr>
          </a:lstStyle>
          <a:p>
            <a:pPr lvl="0"/>
            <a:r>
              <a:rPr lang="en-US" noProof="1"/>
              <a:t>Add Contents Item</a:t>
            </a:r>
          </a:p>
        </p:txBody>
      </p:sp>
      <p:sp>
        <p:nvSpPr>
          <p:cNvPr id="7" name="Marker">
            <a:extLst>
              <a:ext uri="{FF2B5EF4-FFF2-40B4-BE49-F238E27FC236}">
                <a16:creationId xmlns:a16="http://schemas.microsoft.com/office/drawing/2014/main" id="{4FE32DC0-C08A-4365-9D99-298B33A564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de-DE" noProof="1"/>
              <a:t>Formatvorlagen des Textmasters bearbeiten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D2E09-B7D2-41BD-AA78-63F3F095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141288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51B5B-0E15-4849-B2D2-E9C99CB50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Title of Navigation</a:t>
            </a:r>
          </a:p>
        </p:txBody>
      </p:sp>
      <p:sp>
        <p:nvSpPr>
          <p:cNvPr id="8" name="sax_Navi">
            <a:extLst>
              <a:ext uri="{FF2B5EF4-FFF2-40B4-BE49-F238E27FC236}">
                <a16:creationId xmlns:a16="http://schemas.microsoft.com/office/drawing/2014/main" id="{681167D3-45A6-49D7-B848-F699886390FC}"/>
              </a:ext>
            </a:extLst>
          </p:cNvPr>
          <p:cNvSpPr txBox="1"/>
          <p:nvPr userDrawn="1"/>
        </p:nvSpPr>
        <p:spPr>
          <a:xfrm>
            <a:off x="432001" y="1296000"/>
            <a:ext cx="10101600" cy="4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333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sax_Navi_Eintrag" hidden="1">
            <a:extLst>
              <a:ext uri="{FF2B5EF4-FFF2-40B4-BE49-F238E27FC236}">
                <a16:creationId xmlns:a16="http://schemas.microsoft.com/office/drawing/2014/main" id="{34C223C0-0160-497C-BA86-C04A664598BB}"/>
              </a:ext>
            </a:extLst>
          </p:cNvPr>
          <p:cNvSpPr txBox="1"/>
          <p:nvPr userDrawn="1"/>
        </p:nvSpPr>
        <p:spPr>
          <a:xfrm>
            <a:off x="432001" y="1296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0" name="sax_Navi_Eintrag" hidden="1">
            <a:extLst>
              <a:ext uri="{FF2B5EF4-FFF2-40B4-BE49-F238E27FC236}">
                <a16:creationId xmlns:a16="http://schemas.microsoft.com/office/drawing/2014/main" id="{4C038971-2094-4EFE-8DED-5A157EE3C258}"/>
              </a:ext>
            </a:extLst>
          </p:cNvPr>
          <p:cNvSpPr txBox="1"/>
          <p:nvPr userDrawn="1"/>
        </p:nvSpPr>
        <p:spPr>
          <a:xfrm>
            <a:off x="432001" y="1540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1" name="sax_Navi_Eintrag" hidden="1">
            <a:extLst>
              <a:ext uri="{FF2B5EF4-FFF2-40B4-BE49-F238E27FC236}">
                <a16:creationId xmlns:a16="http://schemas.microsoft.com/office/drawing/2014/main" id="{DF516F00-A919-43A7-9787-029B709A230C}"/>
              </a:ext>
            </a:extLst>
          </p:cNvPr>
          <p:cNvSpPr txBox="1"/>
          <p:nvPr userDrawn="1"/>
        </p:nvSpPr>
        <p:spPr>
          <a:xfrm>
            <a:off x="432001" y="1785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2" name="sax_Navi_Eintrag" hidden="1">
            <a:extLst>
              <a:ext uri="{FF2B5EF4-FFF2-40B4-BE49-F238E27FC236}">
                <a16:creationId xmlns:a16="http://schemas.microsoft.com/office/drawing/2014/main" id="{BBFC1DAC-C747-4E19-ADF4-80EC6E765AA7}"/>
              </a:ext>
            </a:extLst>
          </p:cNvPr>
          <p:cNvSpPr txBox="1"/>
          <p:nvPr userDrawn="1"/>
        </p:nvSpPr>
        <p:spPr>
          <a:xfrm>
            <a:off x="432001" y="2030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3" name="sax_Navi_Eintrag" hidden="1">
            <a:extLst>
              <a:ext uri="{FF2B5EF4-FFF2-40B4-BE49-F238E27FC236}">
                <a16:creationId xmlns:a16="http://schemas.microsoft.com/office/drawing/2014/main" id="{6A71518B-7AD5-4725-8873-8B0E52A3DEC8}"/>
              </a:ext>
            </a:extLst>
          </p:cNvPr>
          <p:cNvSpPr txBox="1"/>
          <p:nvPr userDrawn="1"/>
        </p:nvSpPr>
        <p:spPr>
          <a:xfrm>
            <a:off x="432001" y="2275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5" name="sax_Navi_Eintrag" hidden="1">
            <a:extLst>
              <a:ext uri="{FF2B5EF4-FFF2-40B4-BE49-F238E27FC236}">
                <a16:creationId xmlns:a16="http://schemas.microsoft.com/office/drawing/2014/main" id="{4DD83441-B8EA-49FD-93D7-397A0F6BB1DA}"/>
              </a:ext>
            </a:extLst>
          </p:cNvPr>
          <p:cNvSpPr txBox="1"/>
          <p:nvPr userDrawn="1"/>
        </p:nvSpPr>
        <p:spPr>
          <a:xfrm>
            <a:off x="432001" y="2520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6" name="sax_Navi_Eintrag" hidden="1">
            <a:extLst>
              <a:ext uri="{FF2B5EF4-FFF2-40B4-BE49-F238E27FC236}">
                <a16:creationId xmlns:a16="http://schemas.microsoft.com/office/drawing/2014/main" id="{2F162DEC-1CCB-4E2D-8158-0232117A444B}"/>
              </a:ext>
            </a:extLst>
          </p:cNvPr>
          <p:cNvSpPr txBox="1"/>
          <p:nvPr userDrawn="1"/>
        </p:nvSpPr>
        <p:spPr>
          <a:xfrm>
            <a:off x="432001" y="2764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7" name="sax_Navi_Eintrag" hidden="1">
            <a:extLst>
              <a:ext uri="{FF2B5EF4-FFF2-40B4-BE49-F238E27FC236}">
                <a16:creationId xmlns:a16="http://schemas.microsoft.com/office/drawing/2014/main" id="{B05EB935-92B8-4D60-846C-6A507C98ED62}"/>
              </a:ext>
            </a:extLst>
          </p:cNvPr>
          <p:cNvSpPr txBox="1"/>
          <p:nvPr userDrawn="1"/>
        </p:nvSpPr>
        <p:spPr>
          <a:xfrm>
            <a:off x="432001" y="3009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8" name="sax_Navi_Eintrag" hidden="1">
            <a:extLst>
              <a:ext uri="{FF2B5EF4-FFF2-40B4-BE49-F238E27FC236}">
                <a16:creationId xmlns:a16="http://schemas.microsoft.com/office/drawing/2014/main" id="{07468EB7-8778-422C-B7A7-C02F3291677A}"/>
              </a:ext>
            </a:extLst>
          </p:cNvPr>
          <p:cNvSpPr txBox="1"/>
          <p:nvPr userDrawn="1"/>
        </p:nvSpPr>
        <p:spPr>
          <a:xfrm>
            <a:off x="432001" y="3254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19" name="sax_Navi_Eintrag" hidden="1">
            <a:extLst>
              <a:ext uri="{FF2B5EF4-FFF2-40B4-BE49-F238E27FC236}">
                <a16:creationId xmlns:a16="http://schemas.microsoft.com/office/drawing/2014/main" id="{CA9A13CF-3F90-411B-A3DF-9E04D96E3398}"/>
              </a:ext>
            </a:extLst>
          </p:cNvPr>
          <p:cNvSpPr txBox="1"/>
          <p:nvPr userDrawn="1"/>
        </p:nvSpPr>
        <p:spPr>
          <a:xfrm>
            <a:off x="432001" y="3499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1" name="sax_Navi_Eintrag" hidden="1">
            <a:extLst>
              <a:ext uri="{FF2B5EF4-FFF2-40B4-BE49-F238E27FC236}">
                <a16:creationId xmlns:a16="http://schemas.microsoft.com/office/drawing/2014/main" id="{C3772C91-8DE6-41B7-B98C-1384B60F5BA8}"/>
              </a:ext>
            </a:extLst>
          </p:cNvPr>
          <p:cNvSpPr txBox="1"/>
          <p:nvPr userDrawn="1"/>
        </p:nvSpPr>
        <p:spPr>
          <a:xfrm>
            <a:off x="432001" y="3744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2" name="sax_Navi_Eintrag" hidden="1">
            <a:extLst>
              <a:ext uri="{FF2B5EF4-FFF2-40B4-BE49-F238E27FC236}">
                <a16:creationId xmlns:a16="http://schemas.microsoft.com/office/drawing/2014/main" id="{2F412347-15AA-4EED-A96F-0E62F8DDD7F1}"/>
              </a:ext>
            </a:extLst>
          </p:cNvPr>
          <p:cNvSpPr txBox="1"/>
          <p:nvPr userDrawn="1"/>
        </p:nvSpPr>
        <p:spPr>
          <a:xfrm>
            <a:off x="432001" y="3988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3" name="sax_Navi_Eintrag" hidden="1">
            <a:extLst>
              <a:ext uri="{FF2B5EF4-FFF2-40B4-BE49-F238E27FC236}">
                <a16:creationId xmlns:a16="http://schemas.microsoft.com/office/drawing/2014/main" id="{9A8F7C8D-0A11-4149-96C1-9D17E36D1AF5}"/>
              </a:ext>
            </a:extLst>
          </p:cNvPr>
          <p:cNvSpPr txBox="1"/>
          <p:nvPr userDrawn="1"/>
        </p:nvSpPr>
        <p:spPr>
          <a:xfrm>
            <a:off x="432001" y="42336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4" name="sax_Navi_Eintrag" hidden="1">
            <a:extLst>
              <a:ext uri="{FF2B5EF4-FFF2-40B4-BE49-F238E27FC236}">
                <a16:creationId xmlns:a16="http://schemas.microsoft.com/office/drawing/2014/main" id="{73DBEB57-7E12-4F70-90C1-AA3A874FCD66}"/>
              </a:ext>
            </a:extLst>
          </p:cNvPr>
          <p:cNvSpPr txBox="1"/>
          <p:nvPr userDrawn="1"/>
        </p:nvSpPr>
        <p:spPr>
          <a:xfrm>
            <a:off x="432001" y="44784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5" name="sax_Navi_Eintrag" hidden="1">
            <a:extLst>
              <a:ext uri="{FF2B5EF4-FFF2-40B4-BE49-F238E27FC236}">
                <a16:creationId xmlns:a16="http://schemas.microsoft.com/office/drawing/2014/main" id="{E4830482-5FCC-4BA3-9C07-28122E022971}"/>
              </a:ext>
            </a:extLst>
          </p:cNvPr>
          <p:cNvSpPr txBox="1"/>
          <p:nvPr userDrawn="1"/>
        </p:nvSpPr>
        <p:spPr>
          <a:xfrm>
            <a:off x="432001" y="47232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6" name="sax_Navi_Eintrag" hidden="1">
            <a:extLst>
              <a:ext uri="{FF2B5EF4-FFF2-40B4-BE49-F238E27FC236}">
                <a16:creationId xmlns:a16="http://schemas.microsoft.com/office/drawing/2014/main" id="{2250FCB5-04BD-4315-BBC7-6530A483D374}"/>
              </a:ext>
            </a:extLst>
          </p:cNvPr>
          <p:cNvSpPr txBox="1"/>
          <p:nvPr userDrawn="1"/>
        </p:nvSpPr>
        <p:spPr>
          <a:xfrm>
            <a:off x="432001" y="49680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7" name="sax_Navi_Eintrag" hidden="1">
            <a:extLst>
              <a:ext uri="{FF2B5EF4-FFF2-40B4-BE49-F238E27FC236}">
                <a16:creationId xmlns:a16="http://schemas.microsoft.com/office/drawing/2014/main" id="{F13CC135-D7D0-43AB-92E6-D104FD8E8CFB}"/>
              </a:ext>
            </a:extLst>
          </p:cNvPr>
          <p:cNvSpPr txBox="1"/>
          <p:nvPr userDrawn="1"/>
        </p:nvSpPr>
        <p:spPr>
          <a:xfrm>
            <a:off x="432001" y="5212800"/>
            <a:ext cx="10101600" cy="2448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00797" tIns="0" rIns="0" bIns="0" rtlCol="0">
            <a:noAutofit/>
          </a:bodyPr>
          <a:lstStyle>
            <a:defPPr>
              <a:defRPr lang="en-US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marL="269980" lvl="0" indent="-26998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‒"/>
            </a:pPr>
            <a:endParaRPr lang="en-US" sz="1600" noProof="1">
              <a:latin typeface="+mn-lt"/>
            </a:endParaRPr>
          </a:p>
        </p:txBody>
      </p:sp>
      <p:sp>
        <p:nvSpPr>
          <p:cNvPr id="29" name="Marker">
            <a:extLst>
              <a:ext uri="{FF2B5EF4-FFF2-40B4-BE49-F238E27FC236}">
                <a16:creationId xmlns:a16="http://schemas.microsoft.com/office/drawing/2014/main" id="{6FEB7C4F-5D80-45CA-A283-CF2D7C10C0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1324801"/>
            <a:ext cx="424800" cy="172800"/>
          </a:xfrm>
          <a:gradFill flip="none" rotWithShape="1">
            <a:gsLst>
              <a:gs pos="87400">
                <a:schemeClr val="accent1"/>
              </a:gs>
              <a:gs pos="87500">
                <a:schemeClr val="bg1">
                  <a:alpha val="0"/>
                </a:schemeClr>
              </a:gs>
            </a:gsLst>
            <a:lin ang="1200000" scaled="0"/>
            <a:tileRect/>
          </a:gradFill>
        </p:spPr>
        <p:txBody>
          <a:bodyPr/>
          <a:lstStyle>
            <a:lvl1pPr marL="0" indent="0">
              <a:buFontTx/>
              <a:buNone/>
              <a:defRPr sz="100">
                <a:noFill/>
              </a:defRPr>
            </a:lvl1pPr>
            <a:lvl2pPr marL="457166" indent="0">
              <a:buFontTx/>
              <a:buNone/>
              <a:defRPr/>
            </a:lvl2pPr>
            <a:lvl3pPr marL="914333" indent="0">
              <a:buFontTx/>
              <a:buNone/>
              <a:defRPr/>
            </a:lvl3pPr>
            <a:lvl4pPr marL="1371499" indent="0">
              <a:buFontTx/>
              <a:buNone/>
              <a:defRPr/>
            </a:lvl4pPr>
            <a:lvl5pPr marL="1828665" indent="0">
              <a:buFontTx/>
              <a:buNone/>
              <a:defRPr/>
            </a:lvl5pPr>
          </a:lstStyle>
          <a:p>
            <a:pPr lvl="0"/>
            <a:r>
              <a:rPr lang="de-DE" noProof="1"/>
              <a:t>Formatvorlagen des Textmasters bearbeiten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76ACD-DE19-417B-9BC3-333B60BDD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229482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ginning of New Chapte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Rectangle">
            <a:extLst>
              <a:ext uri="{FF2B5EF4-FFF2-40B4-BE49-F238E27FC236}">
                <a16:creationId xmlns:a16="http://schemas.microsoft.com/office/drawing/2014/main" id="{6385E7B5-AA04-46C2-8E0C-C42876EC9B06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172720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A0AB728E-D283-462E-ACCB-8E0C5C88B733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27FC7F-78E8-4DDE-AF6C-6F3B6F08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DateOnSlides">
            <a:extLst>
              <a:ext uri="{FF2B5EF4-FFF2-40B4-BE49-F238E27FC236}">
                <a16:creationId xmlns:a16="http://schemas.microsoft.com/office/drawing/2014/main" id="{F38D1EF9-3D38-4017-86F6-2E5B5B8A04BA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5" name="FooterOnSlides">
            <a:extLst>
              <a:ext uri="{FF2B5EF4-FFF2-40B4-BE49-F238E27FC236}">
                <a16:creationId xmlns:a16="http://schemas.microsoft.com/office/drawing/2014/main" id="{5A24DF9A-92A0-405F-A007-5F1080641F46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2C1BB281-DCCF-46EF-8D80-467D9E2D11B0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04D0AB01-649E-40DE-AEB0-40F600F78D97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380395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8">
          <p15:clr>
            <a:srgbClr val="FBAE40"/>
          </p15:clr>
        </p15:guide>
        <p15:guide id="2" orient="horz" pos="190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ginning of New Chapt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shGraphic">
            <a:extLst>
              <a:ext uri="{FF2B5EF4-FFF2-40B4-BE49-F238E27FC236}">
                <a16:creationId xmlns:a16="http://schemas.microsoft.com/office/drawing/2014/main" id="{EEC3169A-C541-4786-AA56-D548B1A1E88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10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43F0-4CD9-48AC-BA13-6DCD5E03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5" name="DateOnSlides">
            <a:extLst>
              <a:ext uri="{FF2B5EF4-FFF2-40B4-BE49-F238E27FC236}">
                <a16:creationId xmlns:a16="http://schemas.microsoft.com/office/drawing/2014/main" id="{A9385FA0-535D-46F1-911C-6D28971E7551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6" name="FooterOnSlides">
            <a:extLst>
              <a:ext uri="{FF2B5EF4-FFF2-40B4-BE49-F238E27FC236}">
                <a16:creationId xmlns:a16="http://schemas.microsoft.com/office/drawing/2014/main" id="{0075C4EB-EF4D-46EB-928F-A8809AA4BCD8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B999269B-D0E6-496C-93A5-57E392209CA4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720E7206-38CB-43C6-A000-9504A3D4961A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1315271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4">
          <p15:clr>
            <a:srgbClr val="FBAE40"/>
          </p15:clr>
        </p15:guide>
        <p15:guide id="2" orient="horz" pos="327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ginning of New 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Rectangle">
            <a:extLst>
              <a:ext uri="{FF2B5EF4-FFF2-40B4-BE49-F238E27FC236}">
                <a16:creationId xmlns:a16="http://schemas.microsoft.com/office/drawing/2014/main" id="{5FEC2D06-29E5-46E6-8A91-04160E139A4B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+mn-lt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1" name="Logo">
            <a:extLst>
              <a:ext uri="{FF2B5EF4-FFF2-40B4-BE49-F238E27FC236}">
                <a16:creationId xmlns:a16="http://schemas.microsoft.com/office/drawing/2014/main" id="{9F3BFAAB-DA59-4C9E-9CFB-0420CE0133DF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B243F0-4CD9-48AC-BA13-6DCD5E03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DateOnSlides">
            <a:extLst>
              <a:ext uri="{FF2B5EF4-FFF2-40B4-BE49-F238E27FC236}">
                <a16:creationId xmlns:a16="http://schemas.microsoft.com/office/drawing/2014/main" id="{3E0F5B89-56E6-4247-A5FE-1B8BE3905133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5" name="FooterOnSlides">
            <a:extLst>
              <a:ext uri="{FF2B5EF4-FFF2-40B4-BE49-F238E27FC236}">
                <a16:creationId xmlns:a16="http://schemas.microsoft.com/office/drawing/2014/main" id="{5E7D236B-4759-4FB7-84E9-3746FF3079FD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2" name="Stamp">
            <a:extLst>
              <a:ext uri="{FF2B5EF4-FFF2-40B4-BE49-F238E27FC236}">
                <a16:creationId xmlns:a16="http://schemas.microsoft.com/office/drawing/2014/main" id="{F1649011-A348-4042-A675-EEAE09E93294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3" name="Stamp" hidden="1">
            <a:extLst>
              <a:ext uri="{FF2B5EF4-FFF2-40B4-BE49-F238E27FC236}">
                <a16:creationId xmlns:a16="http://schemas.microsoft.com/office/drawing/2014/main" id="{FDE6F71A-07F8-4756-88B9-4005E8EEFBF0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2485333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4">
          <p15:clr>
            <a:srgbClr val="FBAE40"/>
          </p15:clr>
        </p15:guide>
        <p15:guide id="2" orient="horz" pos="327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ginning of New 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Rectangle">
            <a:extLst>
              <a:ext uri="{FF2B5EF4-FFF2-40B4-BE49-F238E27FC236}">
                <a16:creationId xmlns:a16="http://schemas.microsoft.com/office/drawing/2014/main" id="{406A30C1-DF30-4125-869A-D031CE59AB35}"/>
              </a:ext>
            </a:extLst>
          </p:cNvPr>
          <p:cNvSpPr/>
          <p:nvPr userDrawn="1"/>
        </p:nvSpPr>
        <p:spPr>
          <a:xfrm>
            <a:off x="-633" y="5743894"/>
            <a:ext cx="10970259" cy="426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800" noProof="1">
              <a:latin typeface="Arial" panose="020B0604020202020204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chapter_agenda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979169"/>
            <a:ext cx="7932419" cy="1295400"/>
          </a:xfrm>
        </p:spPr>
        <p:txBody>
          <a:bodyPr lIns="431800" tIns="215900" rIns="720090" bIns="215900" anchor="ctr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34E29B0E-F19B-4761-BC89-4428D7552A4C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E3D3F-D40A-42C9-AE00-13B53EF8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3" name="DateOnSlides">
            <a:extLst>
              <a:ext uri="{FF2B5EF4-FFF2-40B4-BE49-F238E27FC236}">
                <a16:creationId xmlns:a16="http://schemas.microsoft.com/office/drawing/2014/main" id="{8F7DDB24-ED91-4353-8892-B7DC9BD7F5D7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4" name="FooterOnSlides">
            <a:extLst>
              <a:ext uri="{FF2B5EF4-FFF2-40B4-BE49-F238E27FC236}">
                <a16:creationId xmlns:a16="http://schemas.microsoft.com/office/drawing/2014/main" id="{036C6B8C-90E6-4032-B17A-6A84C6494302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11" name="Stamp">
            <a:extLst>
              <a:ext uri="{FF2B5EF4-FFF2-40B4-BE49-F238E27FC236}">
                <a16:creationId xmlns:a16="http://schemas.microsoft.com/office/drawing/2014/main" id="{0722655F-0371-41C5-8660-9E5DE74F3E26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2" name="Stamp" hidden="1">
            <a:extLst>
              <a:ext uri="{FF2B5EF4-FFF2-40B4-BE49-F238E27FC236}">
                <a16:creationId xmlns:a16="http://schemas.microsoft.com/office/drawing/2014/main" id="{391AF976-8ADE-4E94-82F6-403DE2D0A3C4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2079463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  <p15:guide id="2" orient="horz" pos="1433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2" y="1727200"/>
            <a:ext cx="7932419" cy="1297781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215893" rIns="720067" bIns="215893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172720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</p:spTree>
    <p:extLst>
      <p:ext uri="{BB962C8B-B14F-4D97-AF65-F5344CB8AC3E}">
        <p14:creationId xmlns:p14="http://schemas.microsoft.com/office/powerpoint/2010/main" val="726397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8">
          <p15:clr>
            <a:srgbClr val="FBAE40"/>
          </p15:clr>
        </p15:guide>
        <p15:guide id="2" orient="horz" pos="190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shGraphic">
            <a:extLst>
              <a:ext uri="{FF2B5EF4-FFF2-40B4-BE49-F238E27FC236}">
                <a16:creationId xmlns:a16="http://schemas.microsoft.com/office/drawing/2014/main" id="{4280C2C1-EC4D-443E-AD86-186BEABF749C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" y="1"/>
            <a:ext cx="10965408" cy="6170613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</p:spTree>
    <p:extLst>
      <p:ext uri="{BB962C8B-B14F-4D97-AF65-F5344CB8AC3E}">
        <p14:creationId xmlns:p14="http://schemas.microsoft.com/office/powerpoint/2010/main" val="67173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0">
          <p15:clr>
            <a:srgbClr val="FBAE40"/>
          </p15:clr>
        </p15:guide>
        <p15:guide id="2" orient="horz" pos="245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3895090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3895090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</p:spTree>
    <p:extLst>
      <p:ext uri="{BB962C8B-B14F-4D97-AF65-F5344CB8AC3E}">
        <p14:creationId xmlns:p14="http://schemas.microsoft.com/office/powerpoint/2010/main" val="1155571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0">
          <p15:clr>
            <a:srgbClr val="FBAE40"/>
          </p15:clr>
        </p15:guide>
        <p15:guide id="2" orient="horz" pos="245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AF73A-1FF5-4070-8662-302B00EFB1A7}"/>
              </a:ext>
            </a:extLst>
          </p:cNvPr>
          <p:cNvSpPr/>
          <p:nvPr userDrawn="1"/>
        </p:nvSpPr>
        <p:spPr>
          <a:xfrm>
            <a:off x="1" y="979169"/>
            <a:ext cx="7932419" cy="1295400"/>
          </a:xfrm>
          <a:custGeom>
            <a:avLst/>
            <a:gdLst>
              <a:gd name="connsiteX0" fmla="*/ 0 w 7585657"/>
              <a:gd name="connsiteY0" fmla="*/ 0 h 2125014"/>
              <a:gd name="connsiteX1" fmla="*/ 7585657 w 7585657"/>
              <a:gd name="connsiteY1" fmla="*/ 38637 h 2125014"/>
              <a:gd name="connsiteX2" fmla="*/ 6284891 w 7585657"/>
              <a:gd name="connsiteY2" fmla="*/ 2112135 h 2125014"/>
              <a:gd name="connsiteX3" fmla="*/ 77274 w 7585657"/>
              <a:gd name="connsiteY3" fmla="*/ 2125014 h 2125014"/>
              <a:gd name="connsiteX4" fmla="*/ 77274 w 7585657"/>
              <a:gd name="connsiteY4" fmla="*/ 2125014 h 2125014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0 w 7699957"/>
              <a:gd name="connsiteY0" fmla="*/ 0 h 2148826"/>
              <a:gd name="connsiteX1" fmla="*/ 7699957 w 7699957"/>
              <a:gd name="connsiteY1" fmla="*/ 62449 h 2148826"/>
              <a:gd name="connsiteX2" fmla="*/ 6399191 w 7699957"/>
              <a:gd name="connsiteY2" fmla="*/ 2135947 h 2148826"/>
              <a:gd name="connsiteX3" fmla="*/ 191574 w 7699957"/>
              <a:gd name="connsiteY3" fmla="*/ 2148826 h 2148826"/>
              <a:gd name="connsiteX4" fmla="*/ 191574 w 7699957"/>
              <a:gd name="connsiteY4" fmla="*/ 2148826 h 2148826"/>
              <a:gd name="connsiteX0" fmla="*/ 6070 w 7706027"/>
              <a:gd name="connsiteY0" fmla="*/ 0 h 2148826"/>
              <a:gd name="connsiteX1" fmla="*/ 7706027 w 7706027"/>
              <a:gd name="connsiteY1" fmla="*/ 62449 h 2148826"/>
              <a:gd name="connsiteX2" fmla="*/ 6405261 w 7706027"/>
              <a:gd name="connsiteY2" fmla="*/ 2135947 h 2148826"/>
              <a:gd name="connsiteX3" fmla="*/ 197644 w 7706027"/>
              <a:gd name="connsiteY3" fmla="*/ 2148826 h 2148826"/>
              <a:gd name="connsiteX4" fmla="*/ 0 w 7706027"/>
              <a:gd name="connsiteY4" fmla="*/ 2148826 h 2148826"/>
              <a:gd name="connsiteX0" fmla="*/ 1307 w 7701264"/>
              <a:gd name="connsiteY0" fmla="*/ 0 h 2148826"/>
              <a:gd name="connsiteX1" fmla="*/ 7701264 w 7701264"/>
              <a:gd name="connsiteY1" fmla="*/ 62449 h 2148826"/>
              <a:gd name="connsiteX2" fmla="*/ 6400498 w 7701264"/>
              <a:gd name="connsiteY2" fmla="*/ 2135947 h 2148826"/>
              <a:gd name="connsiteX3" fmla="*/ 192881 w 7701264"/>
              <a:gd name="connsiteY3" fmla="*/ 2148826 h 2148826"/>
              <a:gd name="connsiteX4" fmla="*/ 0 w 7701264"/>
              <a:gd name="connsiteY4" fmla="*/ 2148826 h 2148826"/>
              <a:gd name="connsiteX0" fmla="*/ 1307 w 7701264"/>
              <a:gd name="connsiteY0" fmla="*/ 0 h 2164522"/>
              <a:gd name="connsiteX1" fmla="*/ 7701264 w 7701264"/>
              <a:gd name="connsiteY1" fmla="*/ 62449 h 2164522"/>
              <a:gd name="connsiteX2" fmla="*/ 6952948 w 7701264"/>
              <a:gd name="connsiteY2" fmla="*/ 2164522 h 2164522"/>
              <a:gd name="connsiteX3" fmla="*/ 192881 w 7701264"/>
              <a:gd name="connsiteY3" fmla="*/ 2148826 h 2164522"/>
              <a:gd name="connsiteX4" fmla="*/ 0 w 7701264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192881 w 7732220"/>
              <a:gd name="connsiteY3" fmla="*/ 2148826 h 2164522"/>
              <a:gd name="connsiteX4" fmla="*/ 0 w 7732220"/>
              <a:gd name="connsiteY4" fmla="*/ 2148826 h 2164522"/>
              <a:gd name="connsiteX0" fmla="*/ 1307 w 7732220"/>
              <a:gd name="connsiteY0" fmla="*/ 0 h 2164522"/>
              <a:gd name="connsiteX1" fmla="*/ 7732220 w 7732220"/>
              <a:gd name="connsiteY1" fmla="*/ 5299 h 2164522"/>
              <a:gd name="connsiteX2" fmla="*/ 6952948 w 7732220"/>
              <a:gd name="connsiteY2" fmla="*/ 2164522 h 2164522"/>
              <a:gd name="connsiteX3" fmla="*/ 0 w 7732220"/>
              <a:gd name="connsiteY3" fmla="*/ 2148826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2981 w 7730913"/>
              <a:gd name="connsiteY3" fmla="*/ 2158351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8351 h 2164522"/>
              <a:gd name="connsiteX0" fmla="*/ 8450 w 7739363"/>
              <a:gd name="connsiteY0" fmla="*/ 0 h 2164522"/>
              <a:gd name="connsiteX1" fmla="*/ 7739363 w 7739363"/>
              <a:gd name="connsiteY1" fmla="*/ 5299 h 2164522"/>
              <a:gd name="connsiteX2" fmla="*/ 6960091 w 7739363"/>
              <a:gd name="connsiteY2" fmla="*/ 2164522 h 2164522"/>
              <a:gd name="connsiteX3" fmla="*/ 0 w 7739363"/>
              <a:gd name="connsiteY3" fmla="*/ 2155970 h 2164522"/>
              <a:gd name="connsiteX0" fmla="*/ 0 w 7730913"/>
              <a:gd name="connsiteY0" fmla="*/ 0 h 2164522"/>
              <a:gd name="connsiteX1" fmla="*/ 7730913 w 7730913"/>
              <a:gd name="connsiteY1" fmla="*/ 5299 h 2164522"/>
              <a:gd name="connsiteX2" fmla="*/ 6951641 w 7730913"/>
              <a:gd name="connsiteY2" fmla="*/ 2164522 h 2164522"/>
              <a:gd name="connsiteX3" fmla="*/ 1075 w 7730913"/>
              <a:gd name="connsiteY3" fmla="*/ 2155970 h 2164522"/>
              <a:gd name="connsiteX0" fmla="*/ 0 w 7730913"/>
              <a:gd name="connsiteY0" fmla="*/ 0 h 2168500"/>
              <a:gd name="connsiteX1" fmla="*/ 7730913 w 7730913"/>
              <a:gd name="connsiteY1" fmla="*/ 5299 h 2168500"/>
              <a:gd name="connsiteX2" fmla="*/ 7276548 w 7730913"/>
              <a:gd name="connsiteY2" fmla="*/ 2168500 h 2168500"/>
              <a:gd name="connsiteX3" fmla="*/ 1075 w 7730913"/>
              <a:gd name="connsiteY3" fmla="*/ 2155970 h 216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30913" h="2168500">
                <a:moveTo>
                  <a:pt x="0" y="0"/>
                </a:moveTo>
                <a:lnTo>
                  <a:pt x="7730913" y="5299"/>
                </a:lnTo>
                <a:lnTo>
                  <a:pt x="7276548" y="2168500"/>
                </a:lnTo>
                <a:lnTo>
                  <a:pt x="1075" y="2155970"/>
                </a:lnTo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1786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2600" spc="0" noProof="1">
              <a:latin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C2EB9D-75FE-47F3-A191-882672421F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" y="979169"/>
            <a:ext cx="7932419" cy="1295400"/>
          </a:xfrm>
        </p:spPr>
        <p:txBody>
          <a:bodyPr lIns="43180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600" b="0" spc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69980" indent="0">
              <a:buFontTx/>
              <a:buNone/>
              <a:defRPr/>
            </a:lvl2pPr>
            <a:lvl3pPr marL="539960" indent="0">
              <a:buFontTx/>
              <a:buNone/>
              <a:defRPr/>
            </a:lvl3pPr>
            <a:lvl4pPr marL="809941" indent="0">
              <a:buFontTx/>
              <a:buNone/>
              <a:defRPr/>
            </a:lvl4pPr>
            <a:lvl5pPr marL="1079921" indent="0">
              <a:buFontTx/>
              <a:buNone/>
              <a:defRPr/>
            </a:lvl5pPr>
          </a:lstStyle>
          <a:p>
            <a:pPr lvl="0"/>
            <a:r>
              <a:rPr lang="en-US" noProof="1"/>
              <a:t>Add Closing Phrase</a:t>
            </a:r>
          </a:p>
        </p:txBody>
      </p:sp>
    </p:spTree>
    <p:extLst>
      <p:ext uri="{BB962C8B-B14F-4D97-AF65-F5344CB8AC3E}">
        <p14:creationId xmlns:p14="http://schemas.microsoft.com/office/powerpoint/2010/main" val="281729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7">
          <p15:clr>
            <a:srgbClr val="FBAE40"/>
          </p15:clr>
        </p15:guide>
        <p15:guide id="2" orient="horz" pos="1433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Graphical Conten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3F05F9-DC36-40B7-A7D3-853B032CF46B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401"/>
            <a:ext cx="10102850" cy="431927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chapter_agenda">
            <a:extLst>
              <a:ext uri="{FF2B5EF4-FFF2-40B4-BE49-F238E27FC236}">
                <a16:creationId xmlns:a16="http://schemas.microsoft.com/office/drawing/2014/main" id="{F4355DFE-30F2-466A-BC92-7370E3CC2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1FD56-1CE8-4E64-A098-A65B1C5B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0227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2" orient="horz" pos="81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399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5591809" y="1295399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F729EE-A381-42EA-8A60-27CEA5892D38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431799" y="3563620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F47A80A-CB97-4FCE-845F-73E96976161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591809" y="3563620"/>
            <a:ext cx="494284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				</a:t>
            </a:r>
          </a:p>
          <a:p>
            <a:pPr lvl="2"/>
            <a:r>
              <a:rPr lang="en-US" noProof="1"/>
              <a:t>Third level				</a:t>
            </a:r>
          </a:p>
          <a:p>
            <a:pPr lvl="3"/>
            <a:r>
              <a:rPr lang="en-US" noProof="1"/>
              <a:t>Fourth level			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0AB3E-B4A8-4928-88C4-78AE8A25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225825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7">
          <p15:clr>
            <a:srgbClr val="FBAE40"/>
          </p15:clr>
        </p15:guide>
        <p15:guide id="3" orient="horz" pos="2108">
          <p15:clr>
            <a:srgbClr val="FBAE40"/>
          </p15:clr>
        </p15:guide>
        <p15:guide id="4" orient="horz" pos="2245">
          <p15:clr>
            <a:srgbClr val="FBAE40"/>
          </p15:clr>
        </p15:guide>
        <p15:guide id="5" pos="3386">
          <p15:clr>
            <a:srgbClr val="FBAE40"/>
          </p15:clr>
        </p15:guide>
        <p15:guide id="6" pos="3522">
          <p15:clr>
            <a:srgbClr val="FBAE40"/>
          </p15:clr>
        </p15:guide>
        <p15:guide id="7" orient="horz" pos="81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ntents + 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agenda">
            <a:extLst>
              <a:ext uri="{FF2B5EF4-FFF2-40B4-BE49-F238E27FC236}">
                <a16:creationId xmlns:a16="http://schemas.microsoft.com/office/drawing/2014/main" id="{81CD6423-4303-4236-B1C2-8BA0EC32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F9770-0FB1-4C9F-9BA1-8662947F0923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431800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22804B-6CC5-4BBD-9837-C69E8DBE80B8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3870959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57A6-A895-4E8B-A92B-01C1BC120EDE}"/>
              </a:ext>
            </a:extLst>
          </p:cNvPr>
          <p:cNvSpPr>
            <a:spLocks noGrp="1"/>
          </p:cNvSpPr>
          <p:nvPr>
            <p:ph sz="quarter" idx="3" hasCustomPrompt="1"/>
          </p:nvPr>
        </p:nvSpPr>
        <p:spPr>
          <a:xfrm>
            <a:off x="7310119" y="1295400"/>
            <a:ext cx="3223260" cy="205105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1600" spc="0">
                <a:latin typeface="+mn-lt"/>
              </a:defRPr>
            </a:lvl1pPr>
            <a:lvl2pPr>
              <a:lnSpc>
                <a:spcPct val="100000"/>
              </a:lnSpc>
              <a:defRPr sz="1600" spc="0">
                <a:latin typeface="+mn-lt"/>
              </a:defRPr>
            </a:lvl2pPr>
            <a:lvl3pPr>
              <a:lnSpc>
                <a:spcPct val="100000"/>
              </a:lnSpc>
              <a:defRPr sz="1600" spc="0">
                <a:latin typeface="+mn-lt"/>
              </a:defRPr>
            </a:lvl3pPr>
            <a:lvl4pPr>
              <a:lnSpc>
                <a:spcPct val="100000"/>
              </a:lnSpc>
              <a:defRPr sz="1600" spc="0">
                <a:latin typeface="+mn-lt"/>
              </a:defRPr>
            </a:lvl4pPr>
            <a:lvl5pPr>
              <a:lnSpc>
                <a:spcPct val="100000"/>
              </a:lnSpc>
              <a:defRPr sz="1600" spc="0">
                <a:latin typeface="+mn-lt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33A697-D06F-47D0-B905-BA0FEEFD6042}"/>
              </a:ext>
            </a:extLst>
          </p:cNvPr>
          <p:cNvSpPr>
            <a:spLocks noGrp="1"/>
          </p:cNvSpPr>
          <p:nvPr>
            <p:ph type="body" sz="quarter" idx="4" hasCustomPrompt="1"/>
          </p:nvPr>
        </p:nvSpPr>
        <p:spPr>
          <a:xfrm>
            <a:off x="431800" y="3563620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D374026-F3BB-4D10-934B-DB29F9A4A92D}"/>
              </a:ext>
            </a:extLst>
          </p:cNvPr>
          <p:cNvSpPr>
            <a:spLocks noGrp="1"/>
          </p:cNvSpPr>
          <p:nvPr>
            <p:ph type="body" sz="quarter" idx="5" hasCustomPrompt="1"/>
          </p:nvPr>
        </p:nvSpPr>
        <p:spPr>
          <a:xfrm>
            <a:off x="3870959" y="3563620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C35BF48D-84FF-4136-9A0C-7BCF265A00D0}"/>
              </a:ext>
            </a:extLst>
          </p:cNvPr>
          <p:cNvSpPr>
            <a:spLocks noGrp="1"/>
          </p:cNvSpPr>
          <p:nvPr>
            <p:ph type="body" sz="quarter" idx="6" hasCustomPrompt="1"/>
          </p:nvPr>
        </p:nvSpPr>
        <p:spPr>
          <a:xfrm>
            <a:off x="7310119" y="3563619"/>
            <a:ext cx="3223260" cy="2051050"/>
          </a:xfrm>
        </p:spPr>
        <p:txBody>
          <a:bodyPr lIns="0" tIns="0" rIns="0" bIns="0"/>
          <a:lstStyle>
            <a:lvl1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1pPr>
            <a:lvl2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2pPr>
            <a:lvl3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3pPr>
            <a:lvl4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4pPr>
            <a:lvl5pPr>
              <a:lnSpc>
                <a:spcPct val="100000"/>
              </a:lnSpc>
              <a:defRPr sz="1600" spc="0">
                <a:latin typeface="Arial" panose="020B0604020202020204" pitchFamily="34" charset="0"/>
              </a:defRPr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910DD-EA17-4535-BAC0-D62B0A5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dirty="0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4877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302">
          <p15:clr>
            <a:srgbClr val="FBAE40"/>
          </p15:clr>
        </p15:guide>
        <p15:guide id="2" pos="2438">
          <p15:clr>
            <a:srgbClr val="FBAE40"/>
          </p15:clr>
        </p15:guide>
        <p15:guide id="3" pos="4469">
          <p15:clr>
            <a:srgbClr val="FBAE40"/>
          </p15:clr>
        </p15:guide>
        <p15:guide id="4" pos="460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816">
          <p15:clr>
            <a:srgbClr val="FBAE40"/>
          </p15:clr>
        </p15:guide>
        <p15:guide id="7" orient="horz" pos="2108">
          <p15:clr>
            <a:srgbClr val="FBAE40"/>
          </p15:clr>
        </p15:guide>
        <p15:guide id="8" orient="horz" pos="224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6C1836-18C1-4CF9-AF45-A2A1AE20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9787554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82744" y="5435828"/>
            <a:ext cx="820508" cy="328528"/>
          </a:xfrm>
          <a:prstGeom prst="rect">
            <a:avLst/>
          </a:prstGeom>
        </p:spPr>
        <p:txBody>
          <a:bodyPr/>
          <a:lstStyle/>
          <a:p>
            <a:fld id="{375547B2-35C1-423D-925A-3CBA0E50D571}" type="datetime1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9424" y="5435828"/>
            <a:ext cx="5666211" cy="32852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74E3-2222-408E-BAB6-4DE3AF7B8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5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flip dir="r"/>
      </p:transition>
    </mc:Choice>
    <mc:Fallback xmlns="">
      <p:transition spd="slow" advTm="200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566" y="648000"/>
            <a:ext cx="10275808" cy="388800"/>
          </a:xfrm>
        </p:spPr>
        <p:txBody>
          <a:bodyPr anchor="t" anchorCtr="0"/>
          <a:lstStyle>
            <a:lvl1pPr marL="0" indent="0" algn="l">
              <a:lnSpc>
                <a:spcPct val="100000"/>
              </a:lnSpc>
              <a:buClr>
                <a:srgbClr val="000000"/>
              </a:buClr>
              <a:buSzPct val="100000"/>
              <a:buFontTx/>
              <a:buNone/>
              <a:defRPr sz="1600" b="0" i="0" u="none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566" y="1296000"/>
            <a:ext cx="10275808" cy="4168800"/>
          </a:xfrm>
        </p:spPr>
        <p:txBody>
          <a:bodyPr/>
          <a:lstStyle>
            <a:lvl1pPr marL="0" indent="0" algn="l">
              <a:lnSpc>
                <a:spcPct val="100000"/>
              </a:lnSpc>
              <a:buClr>
                <a:srgbClr val="000000"/>
              </a:buClr>
              <a:buSzPct val="100000"/>
              <a:buFontTx/>
              <a:buNone/>
              <a:defRPr sz="1600" b="0" i="0" u="none">
                <a:latin typeface="Arial" panose="020B0604020202020204" pitchFamily="34" charset="0"/>
              </a:defRPr>
            </a:lvl1pPr>
            <a:lvl2pPr marL="548176" indent="0" algn="ctr">
              <a:buNone/>
              <a:defRPr sz="2398"/>
            </a:lvl2pPr>
            <a:lvl3pPr marL="1096355" indent="0" algn="ctr">
              <a:buNone/>
              <a:defRPr sz="2157"/>
            </a:lvl3pPr>
            <a:lvl4pPr marL="1644531" indent="0" algn="ctr">
              <a:buNone/>
              <a:defRPr sz="1919"/>
            </a:lvl4pPr>
            <a:lvl5pPr marL="2192708" indent="0" algn="ctr">
              <a:buNone/>
              <a:defRPr sz="1919"/>
            </a:lvl5pPr>
            <a:lvl6pPr marL="2740885" indent="0" algn="ctr">
              <a:buNone/>
              <a:defRPr sz="1919"/>
            </a:lvl6pPr>
            <a:lvl7pPr marL="3289062" indent="0" algn="ctr">
              <a:buNone/>
              <a:defRPr sz="1919"/>
            </a:lvl7pPr>
            <a:lvl8pPr marL="3837239" indent="0" algn="ctr">
              <a:buNone/>
              <a:defRPr sz="1919"/>
            </a:lvl8pPr>
            <a:lvl9pPr marL="4385417" indent="0" algn="ctr">
              <a:buNone/>
              <a:defRPr sz="1919"/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8903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62189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6266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0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4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image" Target="../media/image3.wmf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3" Type="http://schemas.openxmlformats.org/officeDocument/2006/relationships/slideLayout" Target="../slideLayouts/slideLayout61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tags" Target="../tags/tag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62.xml"/><Relationship Id="rId9" Type="http://schemas.openxmlformats.org/officeDocument/2006/relationships/image" Target="../media/image3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>
            <a:extLst>
              <a:ext uri="{FF2B5EF4-FFF2-40B4-BE49-F238E27FC236}">
                <a16:creationId xmlns:a16="http://schemas.microsoft.com/office/drawing/2014/main" id="{ECD06739-2951-4067-AC11-AD09E02F1A9C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9849600" y="5760000"/>
            <a:ext cx="684000" cy="20797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pc="0" dirty="0">
              <a:solidFill>
                <a:schemeClr val="tx1"/>
              </a:solidFill>
            </a:endParaRPr>
          </a:p>
        </p:txBody>
      </p:sp>
      <p:sp>
        <p:nvSpPr>
          <p:cNvPr id="4" name="DateOnSlides">
            <a:extLst>
              <a:ext uri="{FF2B5EF4-FFF2-40B4-BE49-F238E27FC236}">
                <a16:creationId xmlns:a16="http://schemas.microsoft.com/office/drawing/2014/main" id="{1B560991-0350-4766-ACCB-93A993BBCDB1}"/>
              </a:ext>
            </a:extLst>
          </p:cNvPr>
          <p:cNvSpPr txBox="1"/>
          <p:nvPr userDrawn="1"/>
        </p:nvSpPr>
        <p:spPr>
          <a:xfrm>
            <a:off x="927980" y="5742000"/>
            <a:ext cx="1080424" cy="176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 b="0" i="0" u="none" spc="0" noProof="1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9" name="FooterOnSlides">
            <a:extLst>
              <a:ext uri="{FF2B5EF4-FFF2-40B4-BE49-F238E27FC236}">
                <a16:creationId xmlns:a16="http://schemas.microsoft.com/office/drawing/2014/main" id="{F7F6499E-297A-44DF-A9FB-0715428E0AD6}"/>
              </a:ext>
            </a:extLst>
          </p:cNvPr>
          <p:cNvSpPr txBox="1"/>
          <p:nvPr userDrawn="1"/>
        </p:nvSpPr>
        <p:spPr>
          <a:xfrm>
            <a:off x="1847028" y="5742000"/>
            <a:ext cx="1607812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endParaRPr lang="en-US" sz="1000" b="0" i="0" u="none" cap="all" spc="0" baseline="0" noProof="1">
              <a:solidFill>
                <a:srgbClr val="000000"/>
              </a:solidFill>
              <a:latin typeface="Noto Sans" panose="020B0502040504020204" pitchFamily="34" charset="0"/>
            </a:endParaRPr>
          </a:p>
        </p:txBody>
      </p:sp>
      <p:sp>
        <p:nvSpPr>
          <p:cNvPr id="5" name="Stamp">
            <a:extLst>
              <a:ext uri="{FF2B5EF4-FFF2-40B4-BE49-F238E27FC236}">
                <a16:creationId xmlns:a16="http://schemas.microsoft.com/office/drawing/2014/main" id="{242B35F9-6889-49D9-A35A-76A93BF787FC}"/>
              </a:ext>
            </a:extLst>
          </p:cNvPr>
          <p:cNvSpPr txBox="1"/>
          <p:nvPr userDrawn="1"/>
        </p:nvSpPr>
        <p:spPr>
          <a:xfrm>
            <a:off x="8690709" y="406800"/>
            <a:ext cx="1852245" cy="30777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>
              <a:lnSpc>
                <a:spcPct val="100000"/>
              </a:lnSpc>
            </a:pPr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65260-4A9B-4872-91E7-0F25AEE35BB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2000" y="432000"/>
            <a:ext cx="8280000" cy="635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4602-762C-4FE7-AC5A-305A8358C7E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430416" y="1186452"/>
            <a:ext cx="10105200" cy="433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0F9B-19D6-410F-B5B5-25F880E660B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432000" y="5742000"/>
            <a:ext cx="234315" cy="176400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lnSpc>
                <a:spcPct val="100000"/>
              </a:lnSpc>
              <a:defRPr sz="1000" spc="0">
                <a:solidFill>
                  <a:schemeClr val="tx1"/>
                </a:solidFill>
                <a:latin typeface="+mn-lt"/>
              </a:defRPr>
            </a:lvl1pPr>
          </a:lstStyle>
          <a:p>
            <a:fld id="{78E7547E-C0E7-4EEC-A0E6-21480EC12B54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DateOnSlides" hidden="1">
            <a:extLst>
              <a:ext uri="{FF2B5EF4-FFF2-40B4-BE49-F238E27FC236}">
                <a16:creationId xmlns:a16="http://schemas.microsoft.com/office/drawing/2014/main" id="{FE4C8200-182C-4944-8FE1-60FB8F58467D}"/>
              </a:ext>
            </a:extLst>
          </p:cNvPr>
          <p:cNvSpPr txBox="1"/>
          <p:nvPr userDrawn="1"/>
        </p:nvSpPr>
        <p:spPr>
          <a:xfrm>
            <a:off x="8458200" y="4431030"/>
            <a:ext cx="2172969" cy="1752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spc="0" noProof="1">
                <a:latin typeface="+mn-lt"/>
              </a:rPr>
              <a:t>%dateformat_05f%</a:t>
            </a:r>
          </a:p>
        </p:txBody>
      </p:sp>
      <p:sp>
        <p:nvSpPr>
          <p:cNvPr id="13" name="FooterOnSlides" hidden="1">
            <a:extLst>
              <a:ext uri="{FF2B5EF4-FFF2-40B4-BE49-F238E27FC236}">
                <a16:creationId xmlns:a16="http://schemas.microsoft.com/office/drawing/2014/main" id="{A57149B0-3BF1-4CE1-AD9B-E03D969FACA7}"/>
              </a:ext>
            </a:extLst>
          </p:cNvPr>
          <p:cNvSpPr txBox="1"/>
          <p:nvPr userDrawn="1"/>
        </p:nvSpPr>
        <p:spPr>
          <a:xfrm>
            <a:off x="8435340" y="4549139"/>
            <a:ext cx="1840230" cy="28575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spc="0" noProof="1">
                <a:latin typeface="+mn-lt"/>
              </a:rPr>
              <a:t>%presentationtitle%</a:t>
            </a:r>
          </a:p>
        </p:txBody>
      </p:sp>
      <p:sp>
        <p:nvSpPr>
          <p:cNvPr id="16" name="Stamp" hidden="1">
            <a:extLst>
              <a:ext uri="{FF2B5EF4-FFF2-40B4-BE49-F238E27FC236}">
                <a16:creationId xmlns:a16="http://schemas.microsoft.com/office/drawing/2014/main" id="{6855E6C6-28CA-4E1E-A792-51896E311D0D}"/>
              </a:ext>
            </a:extLst>
          </p:cNvPr>
          <p:cNvSpPr txBox="1"/>
          <p:nvPr userDrawn="1"/>
        </p:nvSpPr>
        <p:spPr>
          <a:xfrm>
            <a:off x="9566911" y="711453"/>
            <a:ext cx="1313000" cy="226591"/>
          </a:xfrm>
          <a:prstGeom prst="rect">
            <a:avLst/>
          </a:prstGeom>
          <a:noFill/>
        </p:spPr>
        <p:txBody>
          <a:bodyPr wrap="square" lIns="0" tIns="36000" rIns="0" bIns="36000" rtlCol="0" anchor="ctr" anchorCtr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000" spc="0" noProof="1">
                <a:solidFill>
                  <a:schemeClr val="tx1"/>
                </a:solidFill>
                <a:latin typeface="+mn-lt"/>
              </a:rPr>
              <a:t>%ppt_stamp%</a:t>
            </a:r>
          </a:p>
        </p:txBody>
      </p:sp>
      <p:sp>
        <p:nvSpPr>
          <p:cNvPr id="14" name="DataOnTitleSlide" hidden="1">
            <a:extLst>
              <a:ext uri="{FF2B5EF4-FFF2-40B4-BE49-F238E27FC236}">
                <a16:creationId xmlns:a16="http://schemas.microsoft.com/office/drawing/2014/main" id="{AD63D51F-D2F0-4718-A166-BDD99ACBE510}"/>
              </a:ext>
            </a:extLst>
          </p:cNvPr>
          <p:cNvSpPr txBox="1"/>
          <p:nvPr userDrawn="1"/>
        </p:nvSpPr>
        <p:spPr>
          <a:xfrm>
            <a:off x="6876226" y="5350508"/>
            <a:ext cx="3658424" cy="471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4400">
              <a:lnSpc>
                <a:spcPct val="100000"/>
              </a:lnSpc>
              <a:spcBef>
                <a:spcPts val="100"/>
              </a:spcBef>
            </a:pPr>
            <a:r>
              <a:rPr lang="en-US" sz="1000" spc="0" noProof="1">
                <a:solidFill>
                  <a:schemeClr val="tx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%dateformat_05t%</a:t>
            </a:r>
          </a:p>
          <a:p>
            <a:pPr marL="14400">
              <a:lnSpc>
                <a:spcPct val="100000"/>
              </a:lnSpc>
              <a:spcBef>
                <a:spcPts val="100"/>
              </a:spcBef>
            </a:pPr>
            <a:r>
              <a:rPr lang="en-US" sz="1000" spc="0" noProof="1">
                <a:solidFill>
                  <a:schemeClr val="tx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%firstnamelastname%%departmentshort%</a:t>
            </a:r>
          </a:p>
        </p:txBody>
      </p:sp>
      <p:sp>
        <p:nvSpPr>
          <p:cNvPr id="15" name="DataOnTitleSlide2" hidden="1">
            <a:extLst>
              <a:ext uri="{FF2B5EF4-FFF2-40B4-BE49-F238E27FC236}">
                <a16:creationId xmlns:a16="http://schemas.microsoft.com/office/drawing/2014/main" id="{9D2E728C-9354-412D-95E0-6116228A86EC}"/>
              </a:ext>
            </a:extLst>
          </p:cNvPr>
          <p:cNvSpPr txBox="1"/>
          <p:nvPr userDrawn="1"/>
        </p:nvSpPr>
        <p:spPr>
          <a:xfrm>
            <a:off x="6902896" y="4714238"/>
            <a:ext cx="3658424" cy="471172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t">
            <a:noAutofit/>
          </a:bodyPr>
          <a:lstStyle/>
          <a:p>
            <a:pPr marL="14400">
              <a:lnSpc>
                <a:spcPct val="100000"/>
              </a:lnSpc>
              <a:spcBef>
                <a:spcPts val="100"/>
              </a:spcBef>
            </a:pPr>
            <a:r>
              <a:rPr lang="en-US" sz="1000" spc="0" noProof="1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%dateformat_05t%</a:t>
            </a:r>
          </a:p>
          <a:p>
            <a:pPr marL="14400">
              <a:lnSpc>
                <a:spcPct val="100000"/>
              </a:lnSpc>
              <a:spcBef>
                <a:spcPts val="100"/>
              </a:spcBef>
            </a:pPr>
            <a:r>
              <a:rPr lang="en-US" sz="1000" spc="0" noProof="1">
                <a:solidFill>
                  <a:schemeClr val="bg1"/>
                </a:solidFill>
                <a:latin typeface="Noto Sans Medium" panose="020B0602040504020204" pitchFamily="34" charset="0"/>
                <a:ea typeface="Noto Sans Medium" panose="020B0602040504020204" pitchFamily="34" charset="0"/>
                <a:cs typeface="Noto Sans Medium" panose="020B0602040504020204" pitchFamily="34" charset="0"/>
              </a:rPr>
              <a:t>%firstnamelastname%%departmentshort%</a:t>
            </a:r>
          </a:p>
        </p:txBody>
      </p:sp>
    </p:spTree>
    <p:extLst>
      <p:ext uri="{BB962C8B-B14F-4D97-AF65-F5344CB8AC3E}">
        <p14:creationId xmlns:p14="http://schemas.microsoft.com/office/powerpoint/2010/main" val="54319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3" r:id="rId2"/>
    <p:sldLayoutId id="2147483680" r:id="rId3"/>
    <p:sldLayoutId id="2147483671" r:id="rId4"/>
    <p:sldLayoutId id="2147483679" r:id="rId5"/>
    <p:sldLayoutId id="2147483650" r:id="rId6"/>
    <p:sldLayoutId id="2147483678" r:id="rId7"/>
    <p:sldLayoutId id="2147483674" r:id="rId8"/>
    <p:sldLayoutId id="2147483652" r:id="rId9"/>
    <p:sldLayoutId id="2147483651" r:id="rId10"/>
    <p:sldLayoutId id="2147483675" r:id="rId11"/>
    <p:sldLayoutId id="2147483676" r:id="rId12"/>
    <p:sldLayoutId id="2147483653" r:id="rId13"/>
    <p:sldLayoutId id="2147483654" r:id="rId14"/>
    <p:sldLayoutId id="2147483672" r:id="rId15"/>
  </p:sldLayoutIdLst>
  <p:hf hdr="0" ftr="0" dt="0"/>
  <p:txStyles>
    <p:titleStyle>
      <a:lvl1pPr marL="14400" algn="l" defTabSz="914400" rtl="0" eaLnBrk="1" latinLnBrk="0" hangingPunct="1">
        <a:lnSpc>
          <a:spcPct val="100000"/>
        </a:lnSpc>
        <a:spcBef>
          <a:spcPts val="100"/>
        </a:spcBef>
        <a:buNone/>
        <a:defRPr sz="2000" b="0" kern="1200" spc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Noto Sans" panose="020B0502040504020204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Font typeface="Noto Sans" panose="020B0502040504020204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0000" indent="-360000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Noto Sans" panose="020B0502040504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go">
            <a:extLst>
              <a:ext uri="{FF2B5EF4-FFF2-40B4-BE49-F238E27FC236}">
                <a16:creationId xmlns:a16="http://schemas.microsoft.com/office/drawing/2014/main" id="{ECD06739-2951-4067-AC11-AD09E02F1A9C}"/>
              </a:ext>
            </a:extLst>
          </p:cNvPr>
          <p:cNvSpPr>
            <a:spLocks noSelect="1" noChangeAspect="1"/>
          </p:cNvSpPr>
          <p:nvPr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4" name="DateOnSlides">
            <a:extLst>
              <a:ext uri="{FF2B5EF4-FFF2-40B4-BE49-F238E27FC236}">
                <a16:creationId xmlns:a16="http://schemas.microsoft.com/office/drawing/2014/main" id="{1B560991-0350-4766-ACCB-93A993BBCDB1}"/>
              </a:ext>
            </a:extLst>
          </p:cNvPr>
          <p:cNvSpPr txBox="1"/>
          <p:nvPr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9" name="FooterOnSlides">
            <a:extLst>
              <a:ext uri="{FF2B5EF4-FFF2-40B4-BE49-F238E27FC236}">
                <a16:creationId xmlns:a16="http://schemas.microsoft.com/office/drawing/2014/main" id="{F7F6499E-297A-44DF-A9FB-0715428E0AD6}"/>
              </a:ext>
            </a:extLst>
          </p:cNvPr>
          <p:cNvSpPr txBox="1"/>
          <p:nvPr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65260-4A9B-4872-91E7-0F25AEE35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74653"/>
            <a:ext cx="10102850" cy="7912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4602-762C-4FE7-AC5A-305A8358C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95399"/>
            <a:ext cx="10102850" cy="43192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0F9B-19D6-410F-B5B5-25F880E6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802" y="5796279"/>
            <a:ext cx="575309" cy="14351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lnSpc>
                <a:spcPct val="100000"/>
              </a:lnSpc>
              <a:defRPr sz="900" spc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3BB2A857-496B-49CE-AB2B-E5AA2F91F80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LineBottom">
            <a:extLst>
              <a:ext uri="{FF2B5EF4-FFF2-40B4-BE49-F238E27FC236}">
                <a16:creationId xmlns:a16="http://schemas.microsoft.com/office/drawing/2014/main" id="{4EFB7683-8D5E-4450-AE27-51D703E1CC4E}"/>
              </a:ext>
            </a:extLst>
          </p:cNvPr>
          <p:cNvCxnSpPr/>
          <p:nvPr/>
        </p:nvCxnSpPr>
        <p:spPr bwMode="gray">
          <a:xfrm>
            <a:off x="1" y="5744209"/>
            <a:ext cx="10970259" cy="0"/>
          </a:xfrm>
          <a:prstGeom prst="line">
            <a:avLst/>
          </a:prstGeom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tamp">
            <a:extLst>
              <a:ext uri="{FF2B5EF4-FFF2-40B4-BE49-F238E27FC236}">
                <a16:creationId xmlns:a16="http://schemas.microsoft.com/office/drawing/2014/main" id="{242B35F9-6889-49D9-A35A-76A93BF787FC}"/>
              </a:ext>
            </a:extLst>
          </p:cNvPr>
          <p:cNvSpPr txBox="1"/>
          <p:nvPr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12" name="DateOnSlides" hidden="1">
            <a:extLst>
              <a:ext uri="{FF2B5EF4-FFF2-40B4-BE49-F238E27FC236}">
                <a16:creationId xmlns:a16="http://schemas.microsoft.com/office/drawing/2014/main" id="{FE4C8200-182C-4944-8FE1-60FB8F58467D}"/>
              </a:ext>
            </a:extLst>
          </p:cNvPr>
          <p:cNvSpPr txBox="1"/>
          <p:nvPr/>
        </p:nvSpPr>
        <p:spPr>
          <a:xfrm>
            <a:off x="8458201" y="4431030"/>
            <a:ext cx="2172969" cy="1752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spc="0" noProof="1">
                <a:latin typeface="Arial" panose="020B0604020202020204" pitchFamily="34" charset="0"/>
              </a:rPr>
              <a:t>%dateformat_05f%</a:t>
            </a:r>
          </a:p>
        </p:txBody>
      </p:sp>
      <p:sp>
        <p:nvSpPr>
          <p:cNvPr id="13" name="FooterOnSlides" hidden="1">
            <a:extLst>
              <a:ext uri="{FF2B5EF4-FFF2-40B4-BE49-F238E27FC236}">
                <a16:creationId xmlns:a16="http://schemas.microsoft.com/office/drawing/2014/main" id="{A57149B0-3BF1-4CE1-AD9B-E03D969FACA7}"/>
              </a:ext>
            </a:extLst>
          </p:cNvPr>
          <p:cNvSpPr txBox="1"/>
          <p:nvPr/>
        </p:nvSpPr>
        <p:spPr>
          <a:xfrm>
            <a:off x="8435340" y="4549140"/>
            <a:ext cx="1840230" cy="28575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spc="0" noProof="1">
                <a:latin typeface="Arial" panose="020B0604020202020204" pitchFamily="34" charset="0"/>
              </a:rPr>
              <a:t>%presentationtitle%</a:t>
            </a:r>
          </a:p>
        </p:txBody>
      </p:sp>
      <p:sp>
        <p:nvSpPr>
          <p:cNvPr id="14" name="DataOnTitleSlide" hidden="1">
            <a:extLst>
              <a:ext uri="{FF2B5EF4-FFF2-40B4-BE49-F238E27FC236}">
                <a16:creationId xmlns:a16="http://schemas.microsoft.com/office/drawing/2014/main" id="{814174D4-1B77-47EC-B335-AD8A8E485D8A}"/>
              </a:ext>
            </a:extLst>
          </p:cNvPr>
          <p:cNvSpPr txBox="1"/>
          <p:nvPr/>
        </p:nvSpPr>
        <p:spPr>
          <a:xfrm>
            <a:off x="5424616" y="4893308"/>
            <a:ext cx="5182424" cy="9017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spc="0" noProof="1">
                <a:solidFill>
                  <a:schemeClr val="bg1"/>
                </a:solidFill>
                <a:latin typeface="Arial" panose="020B0604020202020204" pitchFamily="34" charset="0"/>
              </a:rPr>
              <a:t>%dateformat_05t%</a:t>
            </a:r>
          </a:p>
          <a:p>
            <a:pPr>
              <a:lnSpc>
                <a:spcPct val="90000"/>
              </a:lnSpc>
            </a:pPr>
            <a:r>
              <a:rPr lang="en-US" sz="1600" spc="0" noProof="1">
                <a:solidFill>
                  <a:schemeClr val="bg1"/>
                </a:solidFill>
                <a:latin typeface="Arial" panose="020B0604020202020204" pitchFamily="34" charset="0"/>
              </a:rPr>
              <a:t>%firstnamelastname%%departmentshort%</a:t>
            </a:r>
          </a:p>
        </p:txBody>
      </p:sp>
      <p:sp>
        <p:nvSpPr>
          <p:cNvPr id="16" name="Stamp" hidden="1">
            <a:extLst>
              <a:ext uri="{FF2B5EF4-FFF2-40B4-BE49-F238E27FC236}">
                <a16:creationId xmlns:a16="http://schemas.microsoft.com/office/drawing/2014/main" id="{6855E6C6-28CA-4E1E-A792-51896E311D0D}"/>
              </a:ext>
            </a:extLst>
          </p:cNvPr>
          <p:cNvSpPr txBox="1"/>
          <p:nvPr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ECD06739-2951-4067-AC11-AD09E02F1A9C}"/>
              </a:ext>
            </a:extLst>
          </p:cNvPr>
          <p:cNvSpPr>
            <a:spLocks noSelect="1" noChangeAspect="1"/>
          </p:cNvSpPr>
          <p:nvPr userDrawn="1"/>
        </p:nvSpPr>
        <p:spPr bwMode="black">
          <a:xfrm>
            <a:off x="9555480" y="5744209"/>
            <a:ext cx="1079500" cy="42418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noAutofit/>
          </a:bodyPr>
          <a:lstStyle/>
          <a:p>
            <a:pPr algn="ctr"/>
            <a:endParaRPr lang="en-US" sz="1800" spc="0">
              <a:solidFill>
                <a:schemeClr val="tx1"/>
              </a:solidFill>
            </a:endParaRPr>
          </a:p>
        </p:txBody>
      </p:sp>
      <p:sp>
        <p:nvSpPr>
          <p:cNvPr id="17" name="DateOnSlides">
            <a:extLst>
              <a:ext uri="{FF2B5EF4-FFF2-40B4-BE49-F238E27FC236}">
                <a16:creationId xmlns:a16="http://schemas.microsoft.com/office/drawing/2014/main" id="{1B560991-0350-4766-ACCB-93A993BBCDB1}"/>
              </a:ext>
            </a:extLst>
          </p:cNvPr>
          <p:cNvSpPr txBox="1"/>
          <p:nvPr userDrawn="1"/>
        </p:nvSpPr>
        <p:spPr>
          <a:xfrm>
            <a:off x="431801" y="5939790"/>
            <a:ext cx="58990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2021-04-21</a:t>
            </a:r>
          </a:p>
        </p:txBody>
      </p:sp>
      <p:sp>
        <p:nvSpPr>
          <p:cNvPr id="18" name="FooterOnSlides">
            <a:extLst>
              <a:ext uri="{FF2B5EF4-FFF2-40B4-BE49-F238E27FC236}">
                <a16:creationId xmlns:a16="http://schemas.microsoft.com/office/drawing/2014/main" id="{F7F6499E-297A-44DF-A9FB-0715428E0AD6}"/>
              </a:ext>
            </a:extLst>
          </p:cNvPr>
          <p:cNvSpPr txBox="1"/>
          <p:nvPr userDrawn="1"/>
        </p:nvSpPr>
        <p:spPr>
          <a:xfrm>
            <a:off x="1079500" y="5940000"/>
            <a:ext cx="16478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00" b="0" i="0" u="none" spc="0" noProof="1">
                <a:solidFill>
                  <a:srgbClr val="000000"/>
                </a:solidFill>
                <a:latin typeface="Arial" panose="020B0604020202020204" pitchFamily="34" charset="0"/>
              </a:rPr>
              <a:t>We LEAD BSH - Warm-up Book</a:t>
            </a:r>
          </a:p>
        </p:txBody>
      </p:sp>
      <p:cxnSp>
        <p:nvCxnSpPr>
          <p:cNvPr id="19" name="LineBottom">
            <a:extLst>
              <a:ext uri="{FF2B5EF4-FFF2-40B4-BE49-F238E27FC236}">
                <a16:creationId xmlns:a16="http://schemas.microsoft.com/office/drawing/2014/main" id="{4EFB7683-8D5E-4450-AE27-51D703E1CC4E}"/>
              </a:ext>
            </a:extLst>
          </p:cNvPr>
          <p:cNvCxnSpPr/>
          <p:nvPr userDrawn="1"/>
        </p:nvCxnSpPr>
        <p:spPr bwMode="gray">
          <a:xfrm>
            <a:off x="1" y="5744209"/>
            <a:ext cx="10970259" cy="0"/>
          </a:xfrm>
          <a:prstGeom prst="line">
            <a:avLst/>
          </a:prstGeom>
          <a:ln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tamp">
            <a:extLst>
              <a:ext uri="{FF2B5EF4-FFF2-40B4-BE49-F238E27FC236}">
                <a16:creationId xmlns:a16="http://schemas.microsoft.com/office/drawing/2014/main" id="{242B35F9-6889-49D9-A35A-76A93BF787FC}"/>
              </a:ext>
            </a:extLst>
          </p:cNvPr>
          <p:cNvSpPr txBox="1"/>
          <p:nvPr userDrawn="1"/>
        </p:nvSpPr>
        <p:spPr>
          <a:xfrm>
            <a:off x="1079026" y="5691313"/>
            <a:ext cx="65" cy="349700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endParaRPr sz="1800"/>
          </a:p>
        </p:txBody>
      </p:sp>
      <p:sp>
        <p:nvSpPr>
          <p:cNvPr id="21" name="DateOnSlides" hidden="1">
            <a:extLst>
              <a:ext uri="{FF2B5EF4-FFF2-40B4-BE49-F238E27FC236}">
                <a16:creationId xmlns:a16="http://schemas.microsoft.com/office/drawing/2014/main" id="{FE4C8200-182C-4944-8FE1-60FB8F58467D}"/>
              </a:ext>
            </a:extLst>
          </p:cNvPr>
          <p:cNvSpPr txBox="1"/>
          <p:nvPr userDrawn="1"/>
        </p:nvSpPr>
        <p:spPr>
          <a:xfrm>
            <a:off x="8458201" y="4431030"/>
            <a:ext cx="2172969" cy="17526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spc="0" noProof="1">
                <a:latin typeface="Arial" panose="020B0604020202020204" pitchFamily="34" charset="0"/>
              </a:rPr>
              <a:t>%dateformat_05f%</a:t>
            </a:r>
          </a:p>
        </p:txBody>
      </p:sp>
      <p:sp>
        <p:nvSpPr>
          <p:cNvPr id="22" name="FooterOnSlides" hidden="1">
            <a:extLst>
              <a:ext uri="{FF2B5EF4-FFF2-40B4-BE49-F238E27FC236}">
                <a16:creationId xmlns:a16="http://schemas.microsoft.com/office/drawing/2014/main" id="{A57149B0-3BF1-4CE1-AD9B-E03D969FACA7}"/>
              </a:ext>
            </a:extLst>
          </p:cNvPr>
          <p:cNvSpPr txBox="1"/>
          <p:nvPr userDrawn="1"/>
        </p:nvSpPr>
        <p:spPr>
          <a:xfrm>
            <a:off x="8435340" y="4549140"/>
            <a:ext cx="1840230" cy="28575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900" spc="0" noProof="1">
                <a:latin typeface="Arial" panose="020B0604020202020204" pitchFamily="34" charset="0"/>
              </a:rPr>
              <a:t>%presentationtitle%</a:t>
            </a:r>
          </a:p>
        </p:txBody>
      </p:sp>
      <p:sp>
        <p:nvSpPr>
          <p:cNvPr id="23" name="DataOnTitleSlide" hidden="1">
            <a:extLst>
              <a:ext uri="{FF2B5EF4-FFF2-40B4-BE49-F238E27FC236}">
                <a16:creationId xmlns:a16="http://schemas.microsoft.com/office/drawing/2014/main" id="{814174D4-1B77-47EC-B335-AD8A8E485D8A}"/>
              </a:ext>
            </a:extLst>
          </p:cNvPr>
          <p:cNvSpPr txBox="1"/>
          <p:nvPr userDrawn="1"/>
        </p:nvSpPr>
        <p:spPr>
          <a:xfrm>
            <a:off x="5424616" y="4893308"/>
            <a:ext cx="5182424" cy="9017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431786" tIns="0" rIns="0" bIns="143506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spc="0" noProof="1">
                <a:solidFill>
                  <a:schemeClr val="bg1"/>
                </a:solidFill>
                <a:latin typeface="Arial" panose="020B0604020202020204" pitchFamily="34" charset="0"/>
              </a:rPr>
              <a:t>%dateformat_05t%</a:t>
            </a:r>
          </a:p>
          <a:p>
            <a:pPr>
              <a:lnSpc>
                <a:spcPct val="90000"/>
              </a:lnSpc>
            </a:pPr>
            <a:r>
              <a:rPr lang="en-US" sz="1600" spc="0" noProof="1">
                <a:solidFill>
                  <a:schemeClr val="bg1"/>
                </a:solidFill>
                <a:latin typeface="Arial" panose="020B0604020202020204" pitchFamily="34" charset="0"/>
              </a:rPr>
              <a:t>%firstnamelastname%%departmentshort%</a:t>
            </a:r>
          </a:p>
        </p:txBody>
      </p:sp>
      <p:sp>
        <p:nvSpPr>
          <p:cNvPr id="24" name="Stamp" hidden="1">
            <a:extLst>
              <a:ext uri="{FF2B5EF4-FFF2-40B4-BE49-F238E27FC236}">
                <a16:creationId xmlns:a16="http://schemas.microsoft.com/office/drawing/2014/main" id="{6855E6C6-28CA-4E1E-A792-51896E311D0D}"/>
              </a:ext>
            </a:extLst>
          </p:cNvPr>
          <p:cNvSpPr txBox="1"/>
          <p:nvPr userDrawn="1"/>
        </p:nvSpPr>
        <p:spPr>
          <a:xfrm>
            <a:off x="1079026" y="5760563"/>
            <a:ext cx="743793" cy="211201"/>
          </a:xfrm>
          <a:prstGeom prst="rect">
            <a:avLst/>
          </a:prstGeom>
          <a:noFill/>
        </p:spPr>
        <p:txBody>
          <a:bodyPr wrap="none" lIns="0" tIns="35999" rIns="0" bIns="35999" rtlCol="0" anchor="ctr" anchorCtr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00" spc="0" noProof="1">
                <a:solidFill>
                  <a:srgbClr val="E6230F"/>
                </a:solidFill>
                <a:latin typeface="Arial" panose="020B0604020202020204" pitchFamily="34" charset="0"/>
              </a:rPr>
              <a:t>%ppt_stamp%</a:t>
            </a:r>
          </a:p>
        </p:txBody>
      </p:sp>
    </p:spTree>
    <p:extLst>
      <p:ext uri="{BB962C8B-B14F-4D97-AF65-F5344CB8AC3E}">
        <p14:creationId xmlns:p14="http://schemas.microsoft.com/office/powerpoint/2010/main" val="135687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  <p:sldLayoutId id="2147483723" r:id="rId42"/>
    <p:sldLayoutId id="2147483724" r:id="rId43"/>
  </p:sldLayoutIdLst>
  <p:hf hdr="0" ftr="0" dt="0"/>
  <p:txStyles>
    <p:titleStyle>
      <a:lvl1pPr algn="l" defTabSz="914333" rtl="0" eaLnBrk="1" latinLnBrk="0" hangingPunct="1">
        <a:lnSpc>
          <a:spcPct val="100000"/>
        </a:lnSpc>
        <a:spcBef>
          <a:spcPct val="0"/>
        </a:spcBef>
        <a:buNone/>
        <a:defRPr sz="2000" b="1" kern="1200" spc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80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539960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80994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07992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34990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 spc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61988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88986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2159841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2429822" indent="-269980" algn="l" defTabSz="914333" rtl="0" eaLnBrk="1" latinLnBrk="0" hangingPunct="1">
        <a:lnSpc>
          <a:spcPct val="100000"/>
        </a:lnSpc>
        <a:spcBef>
          <a:spcPts val="0"/>
        </a:spcBef>
        <a:buFontTx/>
        <a:buChar char="‒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2">
          <p15:clr>
            <a:srgbClr val="F26B43"/>
          </p15:clr>
        </p15:guide>
        <p15:guide id="2" pos="6636">
          <p15:clr>
            <a:srgbClr val="F26B43"/>
          </p15:clr>
        </p15:guide>
        <p15:guide id="3" orient="horz" pos="236">
          <p15:clr>
            <a:srgbClr val="F26B43"/>
          </p15:clr>
        </p15:guide>
        <p15:guide id="4" orient="horz" pos="353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431999" y="375089"/>
            <a:ext cx="10105200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 bwMode="gray">
          <a:xfrm>
            <a:off x="432000" y="1295999"/>
            <a:ext cx="101052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cxnSp>
        <p:nvCxnSpPr>
          <p:cNvPr id="5" name="Straight Connector 4"/>
          <p:cNvCxnSpPr/>
          <p:nvPr>
            <p:custDataLst>
              <p:tags r:id="rId6"/>
            </p:custDataLst>
          </p:nvPr>
        </p:nvCxnSpPr>
        <p:spPr bwMode="gray">
          <a:xfrm>
            <a:off x="0" y="5744210"/>
            <a:ext cx="10970260" cy="0"/>
          </a:xfrm>
          <a:prstGeom prst="line">
            <a:avLst/>
          </a:prstGeom>
          <a:ln w="9525">
            <a:solidFill>
              <a:srgbClr val="BEBEB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>
            <p:custDataLst>
              <p:tags r:id="rId7"/>
            </p:custDataLst>
          </p:nvPr>
        </p:nvSpPr>
        <p:spPr bwMode="black">
          <a:xfrm>
            <a:off x="9555480" y="5744210"/>
            <a:ext cx="1079500" cy="42418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chemeClr val="tx1"/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algn="ctr"/>
            <a:endParaRPr lang="en-US" sz="1800" spc="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31800" y="5939791"/>
            <a:ext cx="575310" cy="143510"/>
          </a:xfrm>
          <a:prstGeom prst="rect">
            <a:avLst/>
          </a:prstGeom>
          <a:noFill/>
          <a:ln w="0"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/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marL="0" indent="0" algn="l" defTabSz="82802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sz="900" i="0" u="none" spc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88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</p:sldLayoutIdLst>
  <p:hf hdr="0" ftr="0" dt="0"/>
  <p:txStyles>
    <p:titleStyle>
      <a:lvl1pPr algn="l" defTabSz="1096355" rtl="0" eaLnBrk="1" latinLnBrk="0" hangingPunct="1">
        <a:spcBef>
          <a:spcPct val="0"/>
        </a:spcBef>
        <a:buNone/>
        <a:defRPr sz="1799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490" indent="-27049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39710" indent="-26922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810201" indent="-27049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079420" indent="-26922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349911" indent="-27049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619131" indent="-26922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1889621" indent="-27049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2158842" indent="-26922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2429331" indent="-270490" algn="l" defTabSz="1096355" rtl="0" eaLnBrk="1" latinLnBrk="0" hangingPunct="1">
        <a:lnSpc>
          <a:spcPct val="100000"/>
        </a:lnSpc>
        <a:spcBef>
          <a:spcPts val="0"/>
        </a:spcBef>
        <a:buClr>
          <a:srgbClr val="000000"/>
        </a:buClr>
        <a:buSzPct val="100000"/>
        <a:buFont typeface=""/>
        <a:buChar char="‒"/>
        <a:defRPr sz="16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de-DE"/>
      </a:defPPr>
      <a:lvl1pPr marL="0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1pPr>
      <a:lvl2pPr marL="548176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2pPr>
      <a:lvl3pPr marL="1096355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3pPr>
      <a:lvl4pPr marL="1644531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4pPr>
      <a:lvl5pPr marL="2192708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5pPr>
      <a:lvl6pPr marL="2740885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6pPr>
      <a:lvl7pPr marL="3289062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7pPr>
      <a:lvl8pPr marL="3837239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8pPr>
      <a:lvl9pPr marL="4385417" algn="l" defTabSz="1096355" rtl="0" eaLnBrk="1" latinLnBrk="0" hangingPunct="1">
        <a:defRPr sz="21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6639360" cy="637599"/>
          </a:xfrm>
        </p:spPr>
        <p:txBody>
          <a:bodyPr/>
          <a:lstStyle/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Content </a:t>
            </a:r>
            <a:br>
              <a:rPr lang="en-US" sz="1800" dirty="0">
                <a:solidFill>
                  <a:schemeClr val="bg1">
                    <a:lumMod val="50000"/>
                  </a:schemeClr>
                </a:solidFill>
              </a:rPr>
            </a:b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30418" y="1186452"/>
            <a:ext cx="10080625" cy="473194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</a:t>
            </a:r>
            <a:r>
              <a:rPr lang="en-US" altLang="zh-CN" dirty="0"/>
              <a:t>olicy</a:t>
            </a:r>
            <a:endParaRPr lang="en-US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Budget Usage Overview and Breakdown</a:t>
            </a:r>
          </a:p>
          <a:p>
            <a:pPr>
              <a:lnSpc>
                <a:spcPct val="150000"/>
              </a:lnSpc>
            </a:pPr>
            <a:r>
              <a:rPr lang="en-US" dirty="0"/>
              <a:t>Special Case Review</a:t>
            </a:r>
          </a:p>
          <a:p>
            <a:pPr>
              <a:lnSpc>
                <a:spcPct val="150000"/>
              </a:lnSpc>
            </a:pPr>
            <a:r>
              <a:rPr lang="en-US" dirty="0"/>
              <a:t>Blue Collar Overview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332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09B5A-12F2-32C7-7FA2-EF451B80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dirty="0"/>
              <a:t>P</a:t>
            </a:r>
            <a:r>
              <a:rPr lang="en-US" altLang="zh-CN" dirty="0"/>
              <a:t>olicy</a:t>
            </a:r>
            <a:endParaRPr 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DD8041-685A-0073-2ED0-CB7422C8A8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0643A5-BCD6-AF32-2CD8-DBF99FB6606B}"/>
              </a:ext>
            </a:extLst>
          </p:cNvPr>
          <p:cNvSpPr txBox="1"/>
          <p:nvPr/>
        </p:nvSpPr>
        <p:spPr>
          <a:xfrm>
            <a:off x="364483" y="970783"/>
            <a:ext cx="10321446" cy="3584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业绩调薪适用于高绩效员工</a:t>
            </a: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(PL* 4/5)</a:t>
            </a: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以及存在明显收入差距的稳健绩效贡献者</a:t>
            </a: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(PL3)</a:t>
            </a: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，基于绩效结果和付薪水平，会有差异化的绩效调薪比例建议。</a:t>
            </a: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(PL*: Performance Level)</a:t>
            </a: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28600" marR="0" lvl="0" indent="-228600">
              <a:lnSpc>
                <a:spcPts val="1300"/>
              </a:lnSpc>
              <a:buClr>
                <a:srgbClr val="000000"/>
              </a:buClr>
              <a:buAutoNum type="arabicParenR"/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2) </a:t>
            </a: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特殊调薪适用于存在明显收入差距的高绩效员工</a:t>
            </a: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(PL4/5)</a:t>
            </a: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，结合绩效结果和付薪水平，会有不同的特殊调薪比例建议。</a:t>
            </a: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zh-CN" altLang="en-US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r>
              <a:rPr lang="en-US" altLang="zh-CN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sz="10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晋升</a:t>
            </a:r>
            <a:endParaRPr lang="en-US" altLang="zh-CN" sz="10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noFill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endParaRPr lang="en-US" altLang="zh-CN" sz="1000" dirty="0">
              <a:noFill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R="0" lvl="0">
              <a:lnSpc>
                <a:spcPts val="1300"/>
              </a:lnSpc>
              <a:buClr>
                <a:srgbClr val="000000"/>
              </a:buClr>
            </a:pPr>
            <a:r>
              <a:rPr lang="zh-CN" altLang="en-US" sz="1000" dirty="0">
                <a:noFill/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用于七月获得晋升批准的员工。</a:t>
            </a:r>
            <a:r>
              <a:rPr lang="zh-CN" sz="1000" dirty="0">
                <a:noFill/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薪适用于七月获得晋升批准的员工。</a:t>
            </a:r>
            <a:endParaRPr lang="en-US" sz="1200" dirty="0">
              <a:noFill/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508409608">
            <a:extLst>
              <a:ext uri="{FF2B5EF4-FFF2-40B4-BE49-F238E27FC236}">
                <a16:creationId xmlns:a16="http://schemas.microsoft.com/office/drawing/2014/main" id="{7EB2ED14-2880-2D05-61D7-2299F260C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27" y="1173748"/>
            <a:ext cx="60388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E34944C-8C3A-83CB-A337-A1788D3AA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461588"/>
              </p:ext>
            </p:extLst>
          </p:nvPr>
        </p:nvGraphicFramePr>
        <p:xfrm>
          <a:off x="664727" y="2922393"/>
          <a:ext cx="10106026" cy="8099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31753">
                  <a:extLst>
                    <a:ext uri="{9D8B030D-6E8A-4147-A177-3AD203B41FA5}">
                      <a16:colId xmlns:a16="http://schemas.microsoft.com/office/drawing/2014/main" val="765197455"/>
                    </a:ext>
                  </a:extLst>
                </a:gridCol>
                <a:gridCol w="3274273">
                  <a:extLst>
                    <a:ext uri="{9D8B030D-6E8A-4147-A177-3AD203B41FA5}">
                      <a16:colId xmlns:a16="http://schemas.microsoft.com/office/drawing/2014/main" val="3642870418"/>
                    </a:ext>
                  </a:extLst>
                </a:gridCol>
              </a:tblGrid>
              <a:tr h="13596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 dirty="0">
                          <a:effectLst/>
                        </a:rPr>
                        <a:t>有年度工作计划的员工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63" marR="68563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>
                          <a:effectLst/>
                        </a:rPr>
                        <a:t>没有年度工作计划的员工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63" marR="68563" marT="0" marB="0"/>
                </a:tc>
                <a:extLst>
                  <a:ext uri="{0D108BD9-81ED-4DB2-BD59-A6C34878D82A}">
                    <a16:rowId xmlns:a16="http://schemas.microsoft.com/office/drawing/2014/main" val="4258905510"/>
                  </a:ext>
                </a:extLst>
              </a:tr>
              <a:tr h="657586">
                <a:tc>
                  <a:txBody>
                    <a:bodyPr/>
                    <a:lstStyle/>
                    <a:p>
                      <a:pPr marL="342900" marR="0" lvl="0" indent="-342900">
                        <a:buFont typeface="Aptos" panose="020B0004020202020204" pitchFamily="34" charset="0"/>
                        <a:buAutoNum type="alphaLcPeriod"/>
                      </a:pPr>
                      <a:r>
                        <a:rPr lang="zh-CN" sz="1000" dirty="0">
                          <a:effectLst/>
                        </a:rPr>
                        <a:t>特殊调薪仅适用于存在明显收入差距的高绩效员工</a:t>
                      </a:r>
                      <a:r>
                        <a:rPr lang="en-US" sz="1000" dirty="0">
                          <a:effectLst/>
                        </a:rPr>
                        <a:t>(PL 4/5)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zh-CN" sz="1000" dirty="0">
                          <a:effectLst/>
                        </a:rPr>
                        <a:t>业绩调薪后</a:t>
                      </a:r>
                      <a:r>
                        <a:rPr lang="en-US" sz="1000" dirty="0">
                          <a:effectLst/>
                        </a:rPr>
                        <a:t>CR&lt;0.9)</a:t>
                      </a:r>
                      <a:r>
                        <a:rPr lang="zh-CN" sz="1000" dirty="0">
                          <a:effectLst/>
                        </a:rPr>
                        <a:t>。</a:t>
                      </a:r>
                      <a:endParaRPr lang="en-US" sz="1200" dirty="0">
                        <a:effectLst/>
                      </a:endParaRPr>
                    </a:p>
                    <a:p>
                      <a:pPr marL="342900" marR="0" lvl="0" indent="-342900">
                        <a:buFont typeface="Aptos" panose="020B0004020202020204" pitchFamily="34" charset="0"/>
                        <a:buAutoNum type="alphaLcPeriod"/>
                      </a:pPr>
                      <a:r>
                        <a:rPr lang="zh-CN" sz="1000" dirty="0">
                          <a:effectLst/>
                        </a:rPr>
                        <a:t>基于绩效等级和付薪水平，会有不一样的特殊调薪比例建议。</a:t>
                      </a:r>
                      <a:endParaRPr lang="en-US" sz="1200" dirty="0">
                        <a:effectLst/>
                      </a:endParaRPr>
                    </a:p>
                    <a:p>
                      <a:pPr marL="342900" marR="0" lvl="0" indent="-342900">
                        <a:buFont typeface="Aptos" panose="020B0004020202020204" pitchFamily="34" charset="0"/>
                        <a:buAutoNum type="alphaLcPeriod"/>
                      </a:pPr>
                      <a:r>
                        <a:rPr lang="zh-CN" sz="1000" dirty="0">
                          <a:effectLst/>
                        </a:rPr>
                        <a:t>在部门预算范围内，经理可以对单个员工进行</a:t>
                      </a:r>
                      <a:r>
                        <a:rPr lang="en-US" sz="1000" dirty="0">
                          <a:effectLst/>
                        </a:rPr>
                        <a:t>+/-20%</a:t>
                      </a:r>
                      <a:r>
                        <a:rPr lang="zh-CN" sz="1000" dirty="0">
                          <a:effectLst/>
                        </a:rPr>
                        <a:t>范围内的总体调薪（业绩调薪</a:t>
                      </a:r>
                      <a:r>
                        <a:rPr lang="en-US" sz="1000" dirty="0">
                          <a:effectLst/>
                        </a:rPr>
                        <a:t>+</a:t>
                      </a:r>
                      <a:r>
                        <a:rPr lang="zh-CN" sz="1000" dirty="0">
                          <a:effectLst/>
                        </a:rPr>
                        <a:t>特殊调薪）比例调整。（例如：</a:t>
                      </a:r>
                      <a:r>
                        <a:rPr lang="en-US" sz="1000" dirty="0">
                          <a:effectLst/>
                        </a:rPr>
                        <a:t>10%</a:t>
                      </a:r>
                      <a:r>
                        <a:rPr lang="zh-CN" sz="1000" dirty="0">
                          <a:effectLst/>
                        </a:rPr>
                        <a:t>可以调整为</a:t>
                      </a:r>
                      <a:r>
                        <a:rPr lang="en-US" sz="1000" dirty="0">
                          <a:effectLst/>
                        </a:rPr>
                        <a:t>8%~12%</a:t>
                      </a:r>
                      <a:r>
                        <a:rPr lang="zh-CN" sz="1000" dirty="0">
                          <a:effectLst/>
                        </a:rPr>
                        <a:t>）</a:t>
                      </a:r>
                      <a:endParaRPr lang="en-US" sz="1200" dirty="0"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63" marR="68563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buFont typeface="Aptos" panose="020B0004020202020204" pitchFamily="34" charset="0"/>
                        <a:buAutoNum type="alphaLcPeriod"/>
                      </a:pPr>
                      <a:r>
                        <a:rPr lang="zh-CN" sz="1000" dirty="0">
                          <a:effectLst/>
                        </a:rPr>
                        <a:t>特殊调薪在部门预算内基于经理对员工的评估决定</a:t>
                      </a:r>
                      <a:endParaRPr lang="en-US" sz="1200" dirty="0">
                        <a:effectLst/>
                      </a:endParaRPr>
                    </a:p>
                    <a:p>
                      <a:pPr marL="342900" marR="0" lvl="0" indent="-342900">
                        <a:buFont typeface="Aptos" panose="020B0004020202020204" pitchFamily="34" charset="0"/>
                        <a:buAutoNum type="alphaLcPeriod"/>
                      </a:pPr>
                      <a:r>
                        <a:rPr lang="zh-CN" sz="1000" dirty="0">
                          <a:effectLst/>
                        </a:rPr>
                        <a:t>遵循与有年度工作计划员工相同的以绩效为基础的差异化原则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63" marR="68563" marT="0" marB="0"/>
                </a:tc>
                <a:extLst>
                  <a:ext uri="{0D108BD9-81ED-4DB2-BD59-A6C34878D82A}">
                    <a16:rowId xmlns:a16="http://schemas.microsoft.com/office/drawing/2014/main" val="424613581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721DAC1-120B-44A3-7996-86DA0FCFC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67113"/>
              </p:ext>
            </p:extLst>
          </p:nvPr>
        </p:nvGraphicFramePr>
        <p:xfrm>
          <a:off x="664727" y="4034995"/>
          <a:ext cx="10106026" cy="20244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2872">
                  <a:extLst>
                    <a:ext uri="{9D8B030D-6E8A-4147-A177-3AD203B41FA5}">
                      <a16:colId xmlns:a16="http://schemas.microsoft.com/office/drawing/2014/main" val="1633562922"/>
                    </a:ext>
                  </a:extLst>
                </a:gridCol>
                <a:gridCol w="1882872">
                  <a:extLst>
                    <a:ext uri="{9D8B030D-6E8A-4147-A177-3AD203B41FA5}">
                      <a16:colId xmlns:a16="http://schemas.microsoft.com/office/drawing/2014/main" val="4236196349"/>
                    </a:ext>
                  </a:extLst>
                </a:gridCol>
                <a:gridCol w="2382409">
                  <a:extLst>
                    <a:ext uri="{9D8B030D-6E8A-4147-A177-3AD203B41FA5}">
                      <a16:colId xmlns:a16="http://schemas.microsoft.com/office/drawing/2014/main" val="3843057975"/>
                    </a:ext>
                  </a:extLst>
                </a:gridCol>
                <a:gridCol w="2382409">
                  <a:extLst>
                    <a:ext uri="{9D8B030D-6E8A-4147-A177-3AD203B41FA5}">
                      <a16:colId xmlns:a16="http://schemas.microsoft.com/office/drawing/2014/main" val="1279481338"/>
                    </a:ext>
                  </a:extLst>
                </a:gridCol>
                <a:gridCol w="1575464">
                  <a:extLst>
                    <a:ext uri="{9D8B030D-6E8A-4147-A177-3AD203B41FA5}">
                      <a16:colId xmlns:a16="http://schemas.microsoft.com/office/drawing/2014/main" val="2604828520"/>
                    </a:ext>
                  </a:extLst>
                </a:gridCol>
              </a:tblGrid>
              <a:tr h="155593">
                <a:tc rowSpan="2" grid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effectLst/>
                        </a:rPr>
                        <a:t>要素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>
                          <a:effectLst/>
                        </a:rPr>
                        <a:t>职业发展路径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598311"/>
                  </a:ext>
                </a:extLst>
              </a:tr>
              <a:tr h="386664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effectLst/>
                        </a:rPr>
                        <a:t>领导力发展路径</a:t>
                      </a:r>
                      <a:r>
                        <a:rPr lang="en-US" sz="1000" dirty="0">
                          <a:effectLst/>
                        </a:rPr>
                        <a:t>Leadership/Band A5</a:t>
                      </a:r>
                      <a:r>
                        <a:rPr lang="zh-CN" sz="1000" dirty="0">
                          <a:effectLst/>
                        </a:rPr>
                        <a:t>及以下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effectLst/>
                        </a:rPr>
                        <a:t>领域专员</a:t>
                      </a:r>
                      <a:r>
                        <a:rPr lang="en-US" sz="1000" dirty="0">
                          <a:effectLst/>
                        </a:rPr>
                        <a:t>Functional specialist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br>
                        <a:rPr lang="en-US" sz="9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zh-CN" sz="1000" dirty="0">
                          <a:effectLst/>
                        </a:rPr>
                        <a:t>目标</a:t>
                      </a:r>
                      <a:r>
                        <a:rPr lang="en-US" sz="1000" dirty="0">
                          <a:effectLst/>
                        </a:rPr>
                        <a:t>Band A6)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 dirty="0">
                          <a:effectLst/>
                        </a:rPr>
                        <a:t>专家</a:t>
                      </a:r>
                      <a:r>
                        <a:rPr lang="en-US" sz="1000" dirty="0">
                          <a:effectLst/>
                        </a:rPr>
                        <a:t>Expert/</a:t>
                      </a:r>
                      <a:r>
                        <a:rPr lang="zh-CN" sz="1000" dirty="0">
                          <a:effectLst/>
                        </a:rPr>
                        <a:t>项目</a:t>
                      </a:r>
                      <a:r>
                        <a:rPr lang="en-US" sz="1000" dirty="0">
                          <a:effectLst/>
                        </a:rPr>
                        <a:t>Project</a:t>
                      </a:r>
                      <a:r>
                        <a:rPr lang="zh-CN" sz="1000" dirty="0">
                          <a:effectLst/>
                        </a:rPr>
                        <a:t>发展路径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zh-CN" sz="1000" dirty="0">
                          <a:effectLst/>
                        </a:rPr>
                        <a:t>目标</a:t>
                      </a:r>
                      <a:r>
                        <a:rPr lang="en-US" sz="1000" dirty="0">
                          <a:effectLst/>
                        </a:rPr>
                        <a:t>Band B+/A6+)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870239"/>
                  </a:ext>
                </a:extLst>
              </a:tr>
              <a:tr h="386664">
                <a:tc grid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职位要求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岗位评估结果确认符合晋升到下一职级的资格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指对组织的影响和贡献等同于主管或项目经理职位的个人贡献者，适用间接员工类别（不含间接蓝领）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rowSpan="5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遵循相应要求及评估规则，晋升在</a:t>
                      </a:r>
                      <a:r>
                        <a:rPr lang="en-US" sz="1000">
                          <a:effectLst/>
                        </a:rPr>
                        <a:t>10</a:t>
                      </a:r>
                      <a:r>
                        <a:rPr lang="zh-CN" sz="1000">
                          <a:effectLst/>
                        </a:rPr>
                        <a:t>月进行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extLst>
                  <a:ext uri="{0D108BD9-81ED-4DB2-BD59-A6C34878D82A}">
                    <a16:rowId xmlns:a16="http://schemas.microsoft.com/office/drawing/2014/main" val="3783160569"/>
                  </a:ext>
                </a:extLst>
              </a:tr>
              <a:tr h="155593">
                <a:tc rowSpan="4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人员要求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EDD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胜任者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驱动者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050106"/>
                  </a:ext>
                </a:extLst>
              </a:tr>
              <a:tr h="155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工作计划绩效结果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最近</a:t>
                      </a:r>
                      <a:r>
                        <a:rPr lang="en-US" sz="1000">
                          <a:effectLst/>
                        </a:rPr>
                        <a:t>1</a:t>
                      </a:r>
                      <a:r>
                        <a:rPr lang="zh-CN" sz="1000">
                          <a:effectLst/>
                        </a:rPr>
                        <a:t>年绩效等级为</a:t>
                      </a:r>
                      <a:r>
                        <a:rPr lang="en-US" sz="1000">
                          <a:effectLst/>
                        </a:rPr>
                        <a:t>PL4/PL5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最近</a:t>
                      </a:r>
                      <a:r>
                        <a:rPr lang="en-US" sz="1000">
                          <a:effectLst/>
                        </a:rPr>
                        <a:t>2</a:t>
                      </a:r>
                      <a:r>
                        <a:rPr lang="zh-CN" sz="1000">
                          <a:effectLst/>
                        </a:rPr>
                        <a:t>年绩效评级为</a:t>
                      </a:r>
                      <a:r>
                        <a:rPr lang="en-US" sz="1000">
                          <a:effectLst/>
                        </a:rPr>
                        <a:t>PL4/PL5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0619"/>
                  </a:ext>
                </a:extLst>
              </a:tr>
              <a:tr h="155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服务年限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在当前职位上工作时间＞</a:t>
                      </a:r>
                      <a:r>
                        <a:rPr lang="en-US" sz="1000">
                          <a:effectLst/>
                        </a:rPr>
                        <a:t>1</a:t>
                      </a:r>
                      <a:r>
                        <a:rPr lang="zh-CN" sz="1000">
                          <a:effectLst/>
                        </a:rPr>
                        <a:t>年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同左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762348"/>
                  </a:ext>
                </a:extLst>
              </a:tr>
              <a:tr h="155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EDSP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>
                          <a:effectLst/>
                        </a:rPr>
                        <a:t>EDSP</a:t>
                      </a:r>
                      <a:r>
                        <a:rPr lang="zh-CN" sz="1000">
                          <a:effectLst/>
                        </a:rPr>
                        <a:t>结果将作为晋升优先级参考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同左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475791"/>
                  </a:ext>
                </a:extLst>
              </a:tr>
              <a:tr h="332111">
                <a:tc grid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sz="1000">
                          <a:effectLst/>
                        </a:rPr>
                        <a:t>其它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dirty="0">
                          <a:effectLst/>
                        </a:rPr>
                        <a:t>[</a:t>
                      </a:r>
                      <a:r>
                        <a:rPr lang="zh-CN" sz="1000" dirty="0">
                          <a:effectLst/>
                        </a:rPr>
                        <a:t>晋升比例</a:t>
                      </a:r>
                      <a:r>
                        <a:rPr lang="en-US" sz="1000" dirty="0">
                          <a:effectLst/>
                        </a:rPr>
                        <a:t>]</a:t>
                      </a:r>
                      <a:r>
                        <a:rPr lang="zh-CN" sz="1000" dirty="0">
                          <a:effectLst/>
                        </a:rPr>
                        <a:t>全年晋升比例不超过部门</a:t>
                      </a:r>
                      <a:r>
                        <a:rPr lang="en-US" sz="1000" dirty="0">
                          <a:effectLst/>
                        </a:rPr>
                        <a:t>FTE</a:t>
                      </a:r>
                      <a:r>
                        <a:rPr lang="zh-CN" sz="1000" dirty="0">
                          <a:effectLst/>
                        </a:rPr>
                        <a:t>的</a:t>
                      </a:r>
                      <a:r>
                        <a:rPr lang="en-US" sz="1000" dirty="0">
                          <a:effectLst/>
                        </a:rPr>
                        <a:t>20%</a:t>
                      </a:r>
                      <a:r>
                        <a:rPr lang="zh-CN" sz="1000" dirty="0">
                          <a:effectLst/>
                        </a:rPr>
                        <a:t>，通过内部应聘到更高职级岗位的除外。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[</a:t>
                      </a:r>
                      <a:r>
                        <a:rPr lang="zh-CN" sz="1000" dirty="0">
                          <a:effectLst/>
                        </a:rPr>
                        <a:t>个人晋升调薪幅度</a:t>
                      </a:r>
                      <a:r>
                        <a:rPr lang="en-US" sz="1100" dirty="0">
                          <a:effectLst/>
                        </a:rPr>
                        <a:t>%</a:t>
                      </a:r>
                      <a:r>
                        <a:rPr lang="en-US" sz="1000" dirty="0">
                          <a:effectLst/>
                        </a:rPr>
                        <a:t>] 5%-20%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zh-CN" sz="1000" dirty="0">
                          <a:effectLst/>
                        </a:rPr>
                        <a:t>在业绩调薪、特殊调薪基础上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Aptos" panose="020B0004020202020204" pitchFamily="34" charset="0"/>
                      </a:endParaRPr>
                    </a:p>
                  </a:txBody>
                  <a:tcPr marL="68515" marR="68515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89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08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1E218-9F05-8DB2-D678-37A1A3DC8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ASR summary by area - Indirect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0D1675-8BFC-56FE-09BF-230709415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3</a:t>
            </a:fld>
            <a:endParaRPr lang="en-US" noProof="1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FDF5939-9887-7E1A-1BE1-51FDBE7DC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08601"/>
              </p:ext>
            </p:extLst>
          </p:nvPr>
        </p:nvGraphicFramePr>
        <p:xfrm>
          <a:off x="295740" y="1520198"/>
          <a:ext cx="10166076" cy="3473140"/>
        </p:xfrm>
        <a:graphic>
          <a:graphicData uri="http://schemas.openxmlformats.org/drawingml/2006/table">
            <a:tbl>
              <a:tblPr/>
              <a:tblGrid>
                <a:gridCol w="847173">
                  <a:extLst>
                    <a:ext uri="{9D8B030D-6E8A-4147-A177-3AD203B41FA5}">
                      <a16:colId xmlns:a16="http://schemas.microsoft.com/office/drawing/2014/main" val="2733431134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582543269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769916117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1709912367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036539983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1906959992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198082083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1241794963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338872363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723048043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1402376756"/>
                    </a:ext>
                  </a:extLst>
                </a:gridCol>
                <a:gridCol w="847173">
                  <a:extLst>
                    <a:ext uri="{9D8B030D-6E8A-4147-A177-3AD203B41FA5}">
                      <a16:colId xmlns:a16="http://schemas.microsoft.com/office/drawing/2014/main" val="2946727680"/>
                    </a:ext>
                  </a:extLst>
                </a:gridCol>
              </a:tblGrid>
              <a:tr h="456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Area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Number of eligibility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Merit Budget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of increase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Merit budget used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 of increase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Merit budget Balance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Promotion Budget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Promotion budget usage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Number of promotion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Promotion budget balance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806355"/>
                  </a:ext>
                </a:extLst>
              </a:tr>
              <a:tr h="456963">
                <a:tc row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Indirect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CN/OP-RMN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5,166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4,991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175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646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1,058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(412)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865103"/>
                  </a:ext>
                </a:extLst>
              </a:tr>
              <a:tr h="4569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FCGNa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10,229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10,229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1,654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4,856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(3,202)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570485"/>
                  </a:ext>
                </a:extLst>
              </a:tr>
              <a:tr h="237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FEDNa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11,051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11,051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1,173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1,173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297467"/>
                  </a:ext>
                </a:extLst>
              </a:tr>
              <a:tr h="237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FLCNa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13,710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13,710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2,772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2,672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4184"/>
                  </a:ext>
                </a:extLst>
              </a:tr>
              <a:tr h="237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SNa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4,691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4,691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696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904437"/>
                  </a:ext>
                </a:extLst>
              </a:tr>
              <a:tr h="237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SNa-ES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582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582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516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91960"/>
                  </a:ext>
                </a:extLst>
              </a:tr>
              <a:tr h="237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SNa-PS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939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939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-  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188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942557"/>
                  </a:ext>
                </a:extLst>
              </a:tr>
              <a:tr h="4569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SNa-SC4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11,426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11,443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(17)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1,898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569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1,329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606599"/>
                  </a:ext>
                </a:extLst>
              </a:tr>
              <a:tr h="45696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总计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57,794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91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57,636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158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9,543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10,328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(785)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5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650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6639360" cy="637599"/>
          </a:xfrm>
        </p:spPr>
        <p:txBody>
          <a:bodyPr/>
          <a:lstStyle/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xecutive Summary-Indirect Active</a:t>
            </a:r>
            <a:br>
              <a:rPr lang="en-US" sz="1800" dirty="0">
                <a:solidFill>
                  <a:schemeClr val="bg1">
                    <a:lumMod val="50000"/>
                  </a:schemeClr>
                </a:solidFill>
              </a:rPr>
            </a:b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7" name="Rechteck 12">
            <a:extLst>
              <a:ext uri="{FF2B5EF4-FFF2-40B4-BE49-F238E27FC236}">
                <a16:creationId xmlns:a16="http://schemas.microsoft.com/office/drawing/2014/main" id="{3ABD78B2-2701-0C38-B842-83E5CA036D72}"/>
              </a:ext>
            </a:extLst>
          </p:cNvPr>
          <p:cNvSpPr/>
          <p:nvPr/>
        </p:nvSpPr>
        <p:spPr>
          <a:xfrm>
            <a:off x="430418" y="1171957"/>
            <a:ext cx="1368225" cy="10840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prstClr val="black"/>
                </a:solidFill>
              </a:rPr>
              <a:t>Budget Overview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chteck 16">
            <a:extLst>
              <a:ext uri="{FF2B5EF4-FFF2-40B4-BE49-F238E27FC236}">
                <a16:creationId xmlns:a16="http://schemas.microsoft.com/office/drawing/2014/main" id="{54D09953-3383-A377-BD68-157A1B9BC0AD}"/>
              </a:ext>
            </a:extLst>
          </p:cNvPr>
          <p:cNvSpPr/>
          <p:nvPr/>
        </p:nvSpPr>
        <p:spPr>
          <a:xfrm>
            <a:off x="1800225" y="1171957"/>
            <a:ext cx="8845404" cy="1084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Overall budget used for Jul.:  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Promotion : </a:t>
            </a:r>
            <a:r>
              <a:rPr lang="en-US" altLang="zh-CN" sz="1400" b="1" dirty="0">
                <a:solidFill>
                  <a:schemeClr val="accent1"/>
                </a:solidFill>
              </a:rPr>
              <a:t>10,328</a:t>
            </a:r>
            <a:r>
              <a:rPr lang="en-US" altLang="zh-CN" sz="1400" b="1" dirty="0">
                <a:solidFill>
                  <a:schemeClr val="tx1"/>
                </a:solidFill>
              </a:rPr>
              <a:t>/8,659 (exceeding budget); salary increase </a:t>
            </a:r>
            <a:r>
              <a:rPr lang="en-US" altLang="zh-CN" sz="1400" b="1" dirty="0">
                <a:solidFill>
                  <a:schemeClr val="accent1"/>
                </a:solidFill>
              </a:rPr>
              <a:t>52,164</a:t>
            </a:r>
            <a:r>
              <a:rPr lang="en-US" altLang="zh-CN" sz="1400" b="1" dirty="0">
                <a:solidFill>
                  <a:schemeClr val="tx1"/>
                </a:solidFill>
              </a:rPr>
              <a:t>/52,005*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9" name="Rechteck 12">
            <a:extLst>
              <a:ext uri="{FF2B5EF4-FFF2-40B4-BE49-F238E27FC236}">
                <a16:creationId xmlns:a16="http://schemas.microsoft.com/office/drawing/2014/main" id="{406C9CA4-F71B-8F4F-8FCE-CD07E0A7B6CA}"/>
              </a:ext>
            </a:extLst>
          </p:cNvPr>
          <p:cNvSpPr/>
          <p:nvPr/>
        </p:nvSpPr>
        <p:spPr>
          <a:xfrm>
            <a:off x="430418" y="2358332"/>
            <a:ext cx="1368225" cy="185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noProof="0" dirty="0">
                <a:solidFill>
                  <a:prstClr val="black"/>
                </a:solidFill>
              </a:rPr>
              <a:t>Performance based Differentiation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echteck 16">
            <a:extLst>
              <a:ext uri="{FF2B5EF4-FFF2-40B4-BE49-F238E27FC236}">
                <a16:creationId xmlns:a16="http://schemas.microsoft.com/office/drawing/2014/main" id="{8FE22E3D-F44F-C297-272F-B85059BD176B}"/>
              </a:ext>
            </a:extLst>
          </p:cNvPr>
          <p:cNvSpPr/>
          <p:nvPr/>
        </p:nvSpPr>
        <p:spPr>
          <a:xfrm>
            <a:off x="1800225" y="2358332"/>
            <a:ext cx="8845404" cy="18540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A4DC3679-3D17-3F99-5B5E-433A9E7B13BB}"/>
              </a:ext>
            </a:extLst>
          </p:cNvPr>
          <p:cNvSpPr/>
          <p:nvPr/>
        </p:nvSpPr>
        <p:spPr>
          <a:xfrm>
            <a:off x="430418" y="4308156"/>
            <a:ext cx="1368225" cy="1187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Special cases</a:t>
            </a:r>
          </a:p>
        </p:txBody>
      </p:sp>
      <p:sp>
        <p:nvSpPr>
          <p:cNvPr id="12" name="Rechteck 16">
            <a:extLst>
              <a:ext uri="{FF2B5EF4-FFF2-40B4-BE49-F238E27FC236}">
                <a16:creationId xmlns:a16="http://schemas.microsoft.com/office/drawing/2014/main" id="{73ACF1D5-A1DC-11F5-EBB0-E8420DDE1ADF}"/>
              </a:ext>
            </a:extLst>
          </p:cNvPr>
          <p:cNvSpPr/>
          <p:nvPr/>
        </p:nvSpPr>
        <p:spPr>
          <a:xfrm>
            <a:off x="1791516" y="4308156"/>
            <a:ext cx="8845404" cy="11877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All the </a:t>
            </a:r>
            <a:r>
              <a:rPr lang="en-US" altLang="zh-CN" sz="1400" b="1" dirty="0">
                <a:solidFill>
                  <a:schemeClr val="tx1"/>
                </a:solidFill>
              </a:rPr>
              <a:t>25</a:t>
            </a:r>
            <a:r>
              <a:rPr lang="en-US" altLang="zh-CN" sz="1400" dirty="0">
                <a:solidFill>
                  <a:schemeClr val="tx1"/>
                </a:solidFill>
              </a:rPr>
              <a:t>(22%) special cases were individually reviewed and verified by HRBP with justifications 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582793" lvl="1" indent="-171450"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20 Exceeding +/-20% range of recommended % for employees with workplan</a:t>
            </a:r>
          </a:p>
          <a:p>
            <a:pPr marL="582793" lvl="1" indent="-171450"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5 zero increase even with a proposed budget</a:t>
            </a:r>
          </a:p>
          <a:p>
            <a:pPr marL="582793" lvl="1" indent="-171450"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/>
                </a:solidFill>
              </a:rPr>
              <a:t>0 special promotion nominations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16" name="Content Placeholder 13">
            <a:extLst>
              <a:ext uri="{FF2B5EF4-FFF2-40B4-BE49-F238E27FC236}">
                <a16:creationId xmlns:a16="http://schemas.microsoft.com/office/drawing/2014/main" id="{1683DA03-78E8-AC29-2886-4AF830057924}"/>
              </a:ext>
            </a:extLst>
          </p:cNvPr>
          <p:cNvSpPr txBox="1">
            <a:spLocks/>
          </p:cNvSpPr>
          <p:nvPr/>
        </p:nvSpPr>
        <p:spPr>
          <a:xfrm>
            <a:off x="0" y="5550407"/>
            <a:ext cx="10978635" cy="4177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72389" tIns="0" rIns="0" bIns="0" rtlCol="0" anchor="ctr">
            <a:noAutofit/>
          </a:bodyPr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Noto Sans" panose="020B0502040504020204" pitchFamily="34" charset="0"/>
              <a:buChar char="•"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 spc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 typeface="Noto Sans" panose="020B0502040504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Purpose of the session: </a:t>
            </a:r>
          </a:p>
          <a:p>
            <a:pPr marL="7357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RMN</a:t>
            </a:r>
            <a:r>
              <a:rPr lang="zh-CN" altLang="en-US" sz="1400" dirty="0"/>
              <a:t>有</a:t>
            </a:r>
            <a:r>
              <a:rPr lang="en-US" sz="1400" dirty="0"/>
              <a:t>175</a:t>
            </a:r>
            <a:r>
              <a:rPr lang="zh-CN" altLang="en-US" sz="1400" dirty="0"/>
              <a:t>的结余，在</a:t>
            </a:r>
            <a:r>
              <a:rPr lang="en-US" altLang="zh-CN" sz="1400" dirty="0"/>
              <a:t>RM</a:t>
            </a:r>
            <a:r>
              <a:rPr lang="zh-CN" altLang="en-US" sz="1400" dirty="0"/>
              <a:t>部门中进行平衡。</a:t>
            </a:r>
            <a:r>
              <a:rPr lang="en-US" altLang="zh-CN" sz="1400" dirty="0"/>
              <a:t>SC4</a:t>
            </a:r>
            <a:r>
              <a:rPr lang="zh-CN" altLang="en-US" sz="1400" dirty="0"/>
              <a:t>超出</a:t>
            </a:r>
            <a:r>
              <a:rPr lang="en-US" altLang="zh-CN" sz="1400" dirty="0"/>
              <a:t>17.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4468B85-EF92-2733-2DAE-8A819F801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108946"/>
              </p:ext>
            </p:extLst>
          </p:nvPr>
        </p:nvGraphicFramePr>
        <p:xfrm>
          <a:off x="1904734" y="2408276"/>
          <a:ext cx="8618967" cy="17541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8354">
                  <a:extLst>
                    <a:ext uri="{9D8B030D-6E8A-4147-A177-3AD203B41FA5}">
                      <a16:colId xmlns:a16="http://schemas.microsoft.com/office/drawing/2014/main" val="267063853"/>
                    </a:ext>
                  </a:extLst>
                </a:gridCol>
                <a:gridCol w="1713017">
                  <a:extLst>
                    <a:ext uri="{9D8B030D-6E8A-4147-A177-3AD203B41FA5}">
                      <a16:colId xmlns:a16="http://schemas.microsoft.com/office/drawing/2014/main" val="3016069836"/>
                    </a:ext>
                  </a:extLst>
                </a:gridCol>
                <a:gridCol w="2873798">
                  <a:extLst>
                    <a:ext uri="{9D8B030D-6E8A-4147-A177-3AD203B41FA5}">
                      <a16:colId xmlns:a16="http://schemas.microsoft.com/office/drawing/2014/main" val="4140496707"/>
                    </a:ext>
                  </a:extLst>
                </a:gridCol>
                <a:gridCol w="2873798">
                  <a:extLst>
                    <a:ext uri="{9D8B030D-6E8A-4147-A177-3AD203B41FA5}">
                      <a16:colId xmlns:a16="http://schemas.microsoft.com/office/drawing/2014/main" val="2105392164"/>
                    </a:ext>
                  </a:extLst>
                </a:gridCol>
              </a:tblGrid>
              <a:tr h="152631">
                <a:tc rowSpan="4"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71% employees got salary increase,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thereof: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osition Band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Proportion by Band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(3.19%)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858104458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3.16%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71194667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B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72806395"/>
                  </a:ext>
                </a:extLst>
              </a:tr>
              <a:tr h="245377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75256231"/>
                  </a:ext>
                </a:extLst>
              </a:tr>
              <a:tr h="152631">
                <a:tc rowSpan="6"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Budget has been prioritized to high performers (PL4/5), PL3 are 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privileged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PL Level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Proportion by PL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 (3.19%)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94035499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522656749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1/13% (new comer)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59094627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71%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268824046"/>
                  </a:ext>
                </a:extLst>
              </a:tr>
              <a:tr h="152631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1/97% (promotion)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5.14%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2073400"/>
                  </a:ext>
                </a:extLst>
              </a:tr>
              <a:tr h="115108"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1/92% (promotion)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6.78%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2560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960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121D152-78A0-64B8-DF76-A4A774F23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5</a:t>
            </a:fld>
            <a:endParaRPr lang="en-US" noProof="1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1E4F629-B1F2-4243-D091-15E77E7AA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79489"/>
              </p:ext>
            </p:extLst>
          </p:nvPr>
        </p:nvGraphicFramePr>
        <p:xfrm>
          <a:off x="432000" y="1328684"/>
          <a:ext cx="10298753" cy="4883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5615">
                  <a:extLst>
                    <a:ext uri="{9D8B030D-6E8A-4147-A177-3AD203B41FA5}">
                      <a16:colId xmlns:a16="http://schemas.microsoft.com/office/drawing/2014/main" val="1254975867"/>
                    </a:ext>
                  </a:extLst>
                </a:gridCol>
                <a:gridCol w="685615">
                  <a:extLst>
                    <a:ext uri="{9D8B030D-6E8A-4147-A177-3AD203B41FA5}">
                      <a16:colId xmlns:a16="http://schemas.microsoft.com/office/drawing/2014/main" val="4215836510"/>
                    </a:ext>
                  </a:extLst>
                </a:gridCol>
                <a:gridCol w="870622">
                  <a:extLst>
                    <a:ext uri="{9D8B030D-6E8A-4147-A177-3AD203B41FA5}">
                      <a16:colId xmlns:a16="http://schemas.microsoft.com/office/drawing/2014/main" val="3455728548"/>
                    </a:ext>
                  </a:extLst>
                </a:gridCol>
                <a:gridCol w="591587">
                  <a:extLst>
                    <a:ext uri="{9D8B030D-6E8A-4147-A177-3AD203B41FA5}">
                      <a16:colId xmlns:a16="http://schemas.microsoft.com/office/drawing/2014/main" val="2964303380"/>
                    </a:ext>
                  </a:extLst>
                </a:gridCol>
                <a:gridCol w="820096">
                  <a:extLst>
                    <a:ext uri="{9D8B030D-6E8A-4147-A177-3AD203B41FA5}">
                      <a16:colId xmlns:a16="http://schemas.microsoft.com/office/drawing/2014/main" val="1626448079"/>
                    </a:ext>
                  </a:extLst>
                </a:gridCol>
                <a:gridCol w="1485202">
                  <a:extLst>
                    <a:ext uri="{9D8B030D-6E8A-4147-A177-3AD203B41FA5}">
                      <a16:colId xmlns:a16="http://schemas.microsoft.com/office/drawing/2014/main" val="4240527192"/>
                    </a:ext>
                  </a:extLst>
                </a:gridCol>
                <a:gridCol w="1124998">
                  <a:extLst>
                    <a:ext uri="{9D8B030D-6E8A-4147-A177-3AD203B41FA5}">
                      <a16:colId xmlns:a16="http://schemas.microsoft.com/office/drawing/2014/main" val="1983062816"/>
                    </a:ext>
                  </a:extLst>
                </a:gridCol>
                <a:gridCol w="1124998">
                  <a:extLst>
                    <a:ext uri="{9D8B030D-6E8A-4147-A177-3AD203B41FA5}">
                      <a16:colId xmlns:a16="http://schemas.microsoft.com/office/drawing/2014/main" val="1226241883"/>
                    </a:ext>
                  </a:extLst>
                </a:gridCol>
                <a:gridCol w="1232395">
                  <a:extLst>
                    <a:ext uri="{9D8B030D-6E8A-4147-A177-3AD203B41FA5}">
                      <a16:colId xmlns:a16="http://schemas.microsoft.com/office/drawing/2014/main" val="101660563"/>
                    </a:ext>
                  </a:extLst>
                </a:gridCol>
                <a:gridCol w="1677625">
                  <a:extLst>
                    <a:ext uri="{9D8B030D-6E8A-4147-A177-3AD203B41FA5}">
                      <a16:colId xmlns:a16="http://schemas.microsoft.com/office/drawing/2014/main" val="1419517674"/>
                    </a:ext>
                  </a:extLst>
                </a:gridCol>
              </a:tblGrid>
              <a:tr h="46614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Pers.no.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Name_C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Subarea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and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Position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sic Salary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Adjusted basic increase/decreased % by DH  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Adjustment range reference  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 HR Remark </a:t>
                      </a:r>
                      <a:endParaRPr lang="en-US" sz="8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33960874"/>
                  </a:ext>
                </a:extLst>
              </a:tr>
              <a:tr h="276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15007522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刘 栋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FCGNa-VCE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13,100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9.25%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2.40%-3.60%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Good performers with relatively lower salary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4810991"/>
                  </a:ext>
                </a:extLst>
              </a:tr>
              <a:tr h="1648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1020358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刘 继萍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Senior Process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13,610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10.21%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6.16%-9.24%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Rounding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525466"/>
                  </a:ext>
                </a:extLst>
              </a:tr>
              <a:tr h="276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15001306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钱 山杰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Functional Specialist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20,306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0.96%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0.00%-0.00%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Good performance and high competence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5006353"/>
                  </a:ext>
                </a:extLst>
              </a:tr>
              <a:tr h="1648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15000525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王 飞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TPM Coordinator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7,900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1.27%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0.00%-0.00%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Internal balance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61232991"/>
                  </a:ext>
                </a:extLst>
              </a:tr>
              <a:tr h="1845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15016938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张 来翔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Head of FEDNa-MEP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18,000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9.44%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6.16%-9.24%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Rounding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4506133"/>
                  </a:ext>
                </a:extLst>
              </a:tr>
              <a:tr h="276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15022173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韩 </a:t>
                      </a:r>
                      <a:r>
                        <a:rPr lang="en-US" sz="1000" u="none" strike="noStrike" dirty="0" err="1">
                          <a:effectLst/>
                        </a:rPr>
                        <a:t>业康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Electrical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10,712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3.31%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0.00%-0.00%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Good performers with relatively lower salary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24996089"/>
                  </a:ext>
                </a:extLst>
              </a:tr>
              <a:tr h="4612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15001698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马 </a:t>
                      </a:r>
                      <a:r>
                        <a:rPr lang="en-US" sz="1000" u="none" strike="noStrike" dirty="0" err="1">
                          <a:effectLst/>
                        </a:rPr>
                        <a:t>广义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Manufacturing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11,737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7.86%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4.24%-6.36%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Significantly 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25717240"/>
                  </a:ext>
                </a:extLst>
              </a:tr>
              <a:tr h="1845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15022179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朱 和伟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Tooling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12,472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1.83%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0.00%-0.00%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Top critical position/player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8247988"/>
                  </a:ext>
                </a:extLst>
              </a:tr>
              <a:tr h="276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15022342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朱 庆棚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Senior Assembly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11,020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6.63%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2.40%-3.60%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Good performers with relatively lower salary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7063100"/>
                  </a:ext>
                </a:extLst>
              </a:tr>
              <a:tr h="369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15002547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郎 力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FLCNa-V2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43,250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0.69%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0.00%-0.00%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69793242"/>
                  </a:ext>
                </a:extLst>
              </a:tr>
              <a:tr h="369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15000580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姚 雷雷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Head of FLCNa-VF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42,080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1.44%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0.00%-0.00%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73741317"/>
                  </a:ext>
                </a:extLst>
              </a:tr>
              <a:tr h="369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15003586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叶 友军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Senior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12,200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2.25%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0.00%-0.00%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12832590"/>
                  </a:ext>
                </a:extLst>
              </a:tr>
              <a:tr h="369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15006800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张 辉宇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Head of FLCNa-V1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15,455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10.06%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2.40%-3.60%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0848734"/>
                  </a:ext>
                </a:extLst>
              </a:tr>
              <a:tr h="276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15018456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罗 慧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CN/OP-RMN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Specialist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6,679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7.05%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2.99%-4.49%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Good performers with extremely lower salary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1015457"/>
                  </a:ext>
                </a:extLst>
              </a:tr>
              <a:tr h="369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15004177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张 </a:t>
                      </a:r>
                      <a:r>
                        <a:rPr lang="en-US" sz="1000" u="none" strike="noStrike" dirty="0" err="1">
                          <a:effectLst/>
                        </a:rPr>
                        <a:t>宏权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CN/OP-RMN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Junior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6,725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6.32%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2.40%-3.60%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Enlarged responsibilities with proven performance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0388310"/>
                  </a:ext>
                </a:extLst>
              </a:tr>
            </a:tbl>
          </a:graphicData>
        </a:graphic>
      </p:graphicFrame>
      <p:sp>
        <p:nvSpPr>
          <p:cNvPr id="5" name="标题 1">
            <a:extLst>
              <a:ext uri="{FF2B5EF4-FFF2-40B4-BE49-F238E27FC236}">
                <a16:creationId xmlns:a16="http://schemas.microsoft.com/office/drawing/2014/main" id="{ABBD4929-E515-2750-4EEB-4AAB35ED7C2E}"/>
              </a:ext>
            </a:extLst>
          </p:cNvPr>
          <p:cNvSpPr txBox="1">
            <a:spLocks/>
          </p:cNvSpPr>
          <p:nvPr/>
        </p:nvSpPr>
        <p:spPr>
          <a:xfrm>
            <a:off x="432000" y="535948"/>
            <a:ext cx="8280000" cy="635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44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None/>
              <a:defRPr sz="2000" b="0" kern="120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b="1" dirty="0"/>
              <a:t>15 </a:t>
            </a:r>
            <a:r>
              <a:rPr lang="en-US" dirty="0"/>
              <a:t>&gt; + 20% of recommended %</a:t>
            </a:r>
          </a:p>
        </p:txBody>
      </p:sp>
    </p:spTree>
    <p:extLst>
      <p:ext uri="{BB962C8B-B14F-4D97-AF65-F5344CB8AC3E}">
        <p14:creationId xmlns:p14="http://schemas.microsoft.com/office/powerpoint/2010/main" val="262668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4217FD-0A23-9494-7C98-6302719AA6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6</a:t>
            </a:fld>
            <a:endParaRPr lang="en-US" noProof="1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A703C41-1E3F-7878-781F-64BCA4F6E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88987"/>
              </p:ext>
            </p:extLst>
          </p:nvPr>
        </p:nvGraphicFramePr>
        <p:xfrm>
          <a:off x="431800" y="1102659"/>
          <a:ext cx="10218274" cy="32670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965">
                  <a:extLst>
                    <a:ext uri="{9D8B030D-6E8A-4147-A177-3AD203B41FA5}">
                      <a16:colId xmlns:a16="http://schemas.microsoft.com/office/drawing/2014/main" val="3560370063"/>
                    </a:ext>
                  </a:extLst>
                </a:gridCol>
                <a:gridCol w="594965">
                  <a:extLst>
                    <a:ext uri="{9D8B030D-6E8A-4147-A177-3AD203B41FA5}">
                      <a16:colId xmlns:a16="http://schemas.microsoft.com/office/drawing/2014/main" val="3703492067"/>
                    </a:ext>
                  </a:extLst>
                </a:gridCol>
                <a:gridCol w="679959">
                  <a:extLst>
                    <a:ext uri="{9D8B030D-6E8A-4147-A177-3AD203B41FA5}">
                      <a16:colId xmlns:a16="http://schemas.microsoft.com/office/drawing/2014/main" val="3366516790"/>
                    </a:ext>
                  </a:extLst>
                </a:gridCol>
                <a:gridCol w="755512">
                  <a:extLst>
                    <a:ext uri="{9D8B030D-6E8A-4147-A177-3AD203B41FA5}">
                      <a16:colId xmlns:a16="http://schemas.microsoft.com/office/drawing/2014/main" val="4245398941"/>
                    </a:ext>
                  </a:extLst>
                </a:gridCol>
                <a:gridCol w="746065">
                  <a:extLst>
                    <a:ext uri="{9D8B030D-6E8A-4147-A177-3AD203B41FA5}">
                      <a16:colId xmlns:a16="http://schemas.microsoft.com/office/drawing/2014/main" val="2308356323"/>
                    </a:ext>
                  </a:extLst>
                </a:gridCol>
                <a:gridCol w="982163">
                  <a:extLst>
                    <a:ext uri="{9D8B030D-6E8A-4147-A177-3AD203B41FA5}">
                      <a16:colId xmlns:a16="http://schemas.microsoft.com/office/drawing/2014/main" val="1793500426"/>
                    </a:ext>
                  </a:extLst>
                </a:gridCol>
                <a:gridCol w="982163">
                  <a:extLst>
                    <a:ext uri="{9D8B030D-6E8A-4147-A177-3AD203B41FA5}">
                      <a16:colId xmlns:a16="http://schemas.microsoft.com/office/drawing/2014/main" val="2581396343"/>
                    </a:ext>
                  </a:extLst>
                </a:gridCol>
                <a:gridCol w="982163">
                  <a:extLst>
                    <a:ext uri="{9D8B030D-6E8A-4147-A177-3AD203B41FA5}">
                      <a16:colId xmlns:a16="http://schemas.microsoft.com/office/drawing/2014/main" val="805091378"/>
                    </a:ext>
                  </a:extLst>
                </a:gridCol>
                <a:gridCol w="982163">
                  <a:extLst>
                    <a:ext uri="{9D8B030D-6E8A-4147-A177-3AD203B41FA5}">
                      <a16:colId xmlns:a16="http://schemas.microsoft.com/office/drawing/2014/main" val="326141033"/>
                    </a:ext>
                  </a:extLst>
                </a:gridCol>
                <a:gridCol w="679959">
                  <a:extLst>
                    <a:ext uri="{9D8B030D-6E8A-4147-A177-3AD203B41FA5}">
                      <a16:colId xmlns:a16="http://schemas.microsoft.com/office/drawing/2014/main" val="4045646433"/>
                    </a:ext>
                  </a:extLst>
                </a:gridCol>
                <a:gridCol w="679959">
                  <a:extLst>
                    <a:ext uri="{9D8B030D-6E8A-4147-A177-3AD203B41FA5}">
                      <a16:colId xmlns:a16="http://schemas.microsoft.com/office/drawing/2014/main" val="2247758720"/>
                    </a:ext>
                  </a:extLst>
                </a:gridCol>
                <a:gridCol w="746065">
                  <a:extLst>
                    <a:ext uri="{9D8B030D-6E8A-4147-A177-3AD203B41FA5}">
                      <a16:colId xmlns:a16="http://schemas.microsoft.com/office/drawing/2014/main" val="3172778921"/>
                    </a:ext>
                  </a:extLst>
                </a:gridCol>
                <a:gridCol w="812173">
                  <a:extLst>
                    <a:ext uri="{9D8B030D-6E8A-4147-A177-3AD203B41FA5}">
                      <a16:colId xmlns:a16="http://schemas.microsoft.com/office/drawing/2014/main" val="3186002122"/>
                    </a:ext>
                  </a:extLst>
                </a:gridCol>
              </a:tblGrid>
              <a:tr h="63649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Pers.no.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Name_C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 err="1">
                          <a:effectLst/>
                        </a:rPr>
                        <a:t>Name_E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Subarea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Dept.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CN" sz="1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endParaRPr lang="en-US" sz="10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Job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Position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asic Salary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Adjusted basic increase/decreased % by DH  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Adjustment range reference  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HR Remark 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5076594"/>
                  </a:ext>
                </a:extLst>
              </a:tr>
              <a:tr h="461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15003790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方 </a:t>
                      </a:r>
                      <a:r>
                        <a:rPr lang="en-US" sz="1000" u="none" strike="noStrike" dirty="0" err="1">
                          <a:effectLst/>
                        </a:rPr>
                        <a:t>红祥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Fang Hongxiang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FEDNa-MEM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Supervisor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Mechanical Support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15,324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1.80%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2.40%-3.60%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Internal balance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80465574"/>
                  </a:ext>
                </a:extLst>
              </a:tr>
              <a:tr h="3075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15020089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王 鲜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Wang Xian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FEDNa-MEP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Process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10,100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1.98%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2.00%-3.01%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Rounding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7960674"/>
                  </a:ext>
                </a:extLst>
              </a:tr>
              <a:tr h="461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15001287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原 丰霞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Yuan Fengxia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FEDNa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FEDNa-MEP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Electrical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12,500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0.80%</a:t>
                      </a:r>
                      <a:endParaRPr lang="en-US" sz="1000" b="0" i="0" u="none" strike="noStrike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2.00%-3.00%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Left/will leave/retire soon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1428210"/>
                  </a:ext>
                </a:extLst>
              </a:tr>
              <a:tr h="7125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15017727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胡 </a:t>
                      </a:r>
                      <a:r>
                        <a:rPr lang="en-US" sz="1000" u="none" strike="noStrike" dirty="0" err="1">
                          <a:effectLst/>
                        </a:rPr>
                        <a:t>邦国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Hu Bangguo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FLCNa-MEA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A6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Associate Expert (CN)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Associate Expert (C)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13,202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0.76%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2.40%-3.60%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Less responsibility compare with job level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74512473"/>
                  </a:ext>
                </a:extLst>
              </a:tr>
              <a:tr h="534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51202067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胡 军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Hu Jun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FLCNa-ME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BAND 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Director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Manufacturing Engineering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49,800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0.60%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2.40%-3.60%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Internal balance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6181784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69690214-AF5F-BAFA-02DE-9B4148F6CD6C}"/>
              </a:ext>
            </a:extLst>
          </p:cNvPr>
          <p:cNvSpPr txBox="1">
            <a:spLocks/>
          </p:cNvSpPr>
          <p:nvPr/>
        </p:nvSpPr>
        <p:spPr>
          <a:xfrm>
            <a:off x="432000" y="535948"/>
            <a:ext cx="8280000" cy="635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44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None/>
              <a:defRPr sz="2000" b="0" kern="120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b="1" dirty="0"/>
              <a:t>5 &lt;</a:t>
            </a:r>
            <a:r>
              <a:rPr lang="en-US" dirty="0"/>
              <a:t> + 20% of recommended %</a:t>
            </a:r>
          </a:p>
        </p:txBody>
      </p:sp>
    </p:spTree>
    <p:extLst>
      <p:ext uri="{BB962C8B-B14F-4D97-AF65-F5344CB8AC3E}">
        <p14:creationId xmlns:p14="http://schemas.microsoft.com/office/powerpoint/2010/main" val="1001198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B72CA9-447F-C07B-475E-3A422BD18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7</a:t>
            </a:fld>
            <a:endParaRPr lang="en-US" noProof="1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6464BB-DFF2-0CB8-605E-63716562D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82665"/>
              </p:ext>
            </p:extLst>
          </p:nvPr>
        </p:nvGraphicFramePr>
        <p:xfrm>
          <a:off x="431799" y="1427019"/>
          <a:ext cx="10105826" cy="383308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452">
                  <a:extLst>
                    <a:ext uri="{9D8B030D-6E8A-4147-A177-3AD203B41FA5}">
                      <a16:colId xmlns:a16="http://schemas.microsoft.com/office/drawing/2014/main" val="1290419216"/>
                    </a:ext>
                  </a:extLst>
                </a:gridCol>
                <a:gridCol w="728452">
                  <a:extLst>
                    <a:ext uri="{9D8B030D-6E8A-4147-A177-3AD203B41FA5}">
                      <a16:colId xmlns:a16="http://schemas.microsoft.com/office/drawing/2014/main" val="1378467946"/>
                    </a:ext>
                  </a:extLst>
                </a:gridCol>
                <a:gridCol w="832517">
                  <a:extLst>
                    <a:ext uri="{9D8B030D-6E8A-4147-A177-3AD203B41FA5}">
                      <a16:colId xmlns:a16="http://schemas.microsoft.com/office/drawing/2014/main" val="3866099853"/>
                    </a:ext>
                  </a:extLst>
                </a:gridCol>
                <a:gridCol w="925018">
                  <a:extLst>
                    <a:ext uri="{9D8B030D-6E8A-4147-A177-3AD203B41FA5}">
                      <a16:colId xmlns:a16="http://schemas.microsoft.com/office/drawing/2014/main" val="839959356"/>
                    </a:ext>
                  </a:extLst>
                </a:gridCol>
                <a:gridCol w="913455">
                  <a:extLst>
                    <a:ext uri="{9D8B030D-6E8A-4147-A177-3AD203B41FA5}">
                      <a16:colId xmlns:a16="http://schemas.microsoft.com/office/drawing/2014/main" val="3385565573"/>
                    </a:ext>
                  </a:extLst>
                </a:gridCol>
                <a:gridCol w="1202525">
                  <a:extLst>
                    <a:ext uri="{9D8B030D-6E8A-4147-A177-3AD203B41FA5}">
                      <a16:colId xmlns:a16="http://schemas.microsoft.com/office/drawing/2014/main" val="2328025960"/>
                    </a:ext>
                  </a:extLst>
                </a:gridCol>
                <a:gridCol w="1202525">
                  <a:extLst>
                    <a:ext uri="{9D8B030D-6E8A-4147-A177-3AD203B41FA5}">
                      <a16:colId xmlns:a16="http://schemas.microsoft.com/office/drawing/2014/main" val="2808469035"/>
                    </a:ext>
                  </a:extLst>
                </a:gridCol>
                <a:gridCol w="832517">
                  <a:extLst>
                    <a:ext uri="{9D8B030D-6E8A-4147-A177-3AD203B41FA5}">
                      <a16:colId xmlns:a16="http://schemas.microsoft.com/office/drawing/2014/main" val="2578471189"/>
                    </a:ext>
                  </a:extLst>
                </a:gridCol>
                <a:gridCol w="832517">
                  <a:extLst>
                    <a:ext uri="{9D8B030D-6E8A-4147-A177-3AD203B41FA5}">
                      <a16:colId xmlns:a16="http://schemas.microsoft.com/office/drawing/2014/main" val="1589358020"/>
                    </a:ext>
                  </a:extLst>
                </a:gridCol>
                <a:gridCol w="913455">
                  <a:extLst>
                    <a:ext uri="{9D8B030D-6E8A-4147-A177-3AD203B41FA5}">
                      <a16:colId xmlns:a16="http://schemas.microsoft.com/office/drawing/2014/main" val="3855744242"/>
                    </a:ext>
                  </a:extLst>
                </a:gridCol>
                <a:gridCol w="994393">
                  <a:extLst>
                    <a:ext uri="{9D8B030D-6E8A-4147-A177-3AD203B41FA5}">
                      <a16:colId xmlns:a16="http://schemas.microsoft.com/office/drawing/2014/main" val="2835011059"/>
                    </a:ext>
                  </a:extLst>
                </a:gridCol>
              </a:tblGrid>
              <a:tr h="12431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Pers.no.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Name_C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Name_E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Subarea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Dept.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Position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Basic Salary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Adjusted basic increase/decreased % by DH  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Adjustment range reference  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 HR Remark 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82015855"/>
                  </a:ext>
                </a:extLst>
              </a:tr>
              <a:tr h="69064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15000166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蒋 莹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Jiang Ying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FCGNa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FCGNa-VCE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14,610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2.00%-3.00%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Less responsibility compare with job level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2987139"/>
                  </a:ext>
                </a:extLst>
              </a:tr>
              <a:tr h="3453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15001471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马 爱军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Ma Aijun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FCGNa-VCM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Head of FCGNa-VCM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15,326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2.40%-3.60%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Low performer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2998559"/>
                  </a:ext>
                </a:extLst>
              </a:tr>
              <a:tr h="5179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15022075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李 </a:t>
                      </a:r>
                      <a:r>
                        <a:rPr lang="en-US" sz="1000" u="none" strike="noStrike" dirty="0" err="1">
                          <a:effectLst/>
                        </a:rPr>
                        <a:t>言东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Li Yandong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FLCNa-MEA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Assembly Process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12,645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2.40%-3.60%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Combined with promotion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5407019"/>
                  </a:ext>
                </a:extLst>
              </a:tr>
              <a:tr h="5179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15021416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石 </a:t>
                      </a:r>
                      <a:r>
                        <a:rPr lang="en-US" sz="1000" u="none" strike="noStrike" dirty="0" err="1">
                          <a:effectLst/>
                        </a:rPr>
                        <a:t>曙曙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Shi Shushu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FLCNa-MEA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Automation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12,793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3.20%-4.80%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Combined with promotion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16895555"/>
                  </a:ext>
                </a:extLst>
              </a:tr>
              <a:tr h="5179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15022143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王 雪松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Wang Xuesong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FLCNa-MEA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Testing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9,205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0.00%</a:t>
                      </a:r>
                      <a:endParaRPr lang="en-US" sz="1000" b="0" i="0" u="none" strike="noStrike" dirty="0">
                        <a:solidFill>
                          <a:srgbClr val="ED7D3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2.00%-3.00%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Left/will leave/retire soon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94469933"/>
                  </a:ext>
                </a:extLst>
              </a:tr>
            </a:tbl>
          </a:graphicData>
        </a:graphic>
      </p:graphicFrame>
      <p:sp>
        <p:nvSpPr>
          <p:cNvPr id="6" name="标题 1">
            <a:extLst>
              <a:ext uri="{FF2B5EF4-FFF2-40B4-BE49-F238E27FC236}">
                <a16:creationId xmlns:a16="http://schemas.microsoft.com/office/drawing/2014/main" id="{1C58C0E2-E0AA-9113-7E83-BC18BA128110}"/>
              </a:ext>
            </a:extLst>
          </p:cNvPr>
          <p:cNvSpPr txBox="1">
            <a:spLocks/>
          </p:cNvSpPr>
          <p:nvPr/>
        </p:nvSpPr>
        <p:spPr>
          <a:xfrm>
            <a:off x="432000" y="535948"/>
            <a:ext cx="8280000" cy="635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44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None/>
              <a:defRPr sz="2000" b="0" kern="120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altLang="zh-CN" dirty="0"/>
              <a:t>5 zero increase even with a proposed budget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73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02D16B-44D0-DA97-E5BA-93C6D144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8</a:t>
            </a:fld>
            <a:endParaRPr lang="en-US" noProof="1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7FEBC0A-9042-317E-1D2D-A59F51D0E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351247"/>
              </p:ext>
            </p:extLst>
          </p:nvPr>
        </p:nvGraphicFramePr>
        <p:xfrm>
          <a:off x="432000" y="1255950"/>
          <a:ext cx="10123635" cy="475936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71387">
                  <a:extLst>
                    <a:ext uri="{9D8B030D-6E8A-4147-A177-3AD203B41FA5}">
                      <a16:colId xmlns:a16="http://schemas.microsoft.com/office/drawing/2014/main" val="1120256952"/>
                    </a:ext>
                  </a:extLst>
                </a:gridCol>
                <a:gridCol w="644117">
                  <a:extLst>
                    <a:ext uri="{9D8B030D-6E8A-4147-A177-3AD203B41FA5}">
                      <a16:colId xmlns:a16="http://schemas.microsoft.com/office/drawing/2014/main" val="459863721"/>
                    </a:ext>
                  </a:extLst>
                </a:gridCol>
                <a:gridCol w="598436">
                  <a:extLst>
                    <a:ext uri="{9D8B030D-6E8A-4147-A177-3AD203B41FA5}">
                      <a16:colId xmlns:a16="http://schemas.microsoft.com/office/drawing/2014/main" val="1528376186"/>
                    </a:ext>
                  </a:extLst>
                </a:gridCol>
                <a:gridCol w="590955">
                  <a:extLst>
                    <a:ext uri="{9D8B030D-6E8A-4147-A177-3AD203B41FA5}">
                      <a16:colId xmlns:a16="http://schemas.microsoft.com/office/drawing/2014/main" val="1761151221"/>
                    </a:ext>
                  </a:extLst>
                </a:gridCol>
                <a:gridCol w="807386">
                  <a:extLst>
                    <a:ext uri="{9D8B030D-6E8A-4147-A177-3AD203B41FA5}">
                      <a16:colId xmlns:a16="http://schemas.microsoft.com/office/drawing/2014/main" val="1005199035"/>
                    </a:ext>
                  </a:extLst>
                </a:gridCol>
                <a:gridCol w="569016">
                  <a:extLst>
                    <a:ext uri="{9D8B030D-6E8A-4147-A177-3AD203B41FA5}">
                      <a16:colId xmlns:a16="http://schemas.microsoft.com/office/drawing/2014/main" val="3458191807"/>
                    </a:ext>
                  </a:extLst>
                </a:gridCol>
                <a:gridCol w="700250">
                  <a:extLst>
                    <a:ext uri="{9D8B030D-6E8A-4147-A177-3AD203B41FA5}">
                      <a16:colId xmlns:a16="http://schemas.microsoft.com/office/drawing/2014/main" val="1399887289"/>
                    </a:ext>
                  </a:extLst>
                </a:gridCol>
                <a:gridCol w="455578">
                  <a:extLst>
                    <a:ext uri="{9D8B030D-6E8A-4147-A177-3AD203B41FA5}">
                      <a16:colId xmlns:a16="http://schemas.microsoft.com/office/drawing/2014/main" val="843852599"/>
                    </a:ext>
                  </a:extLst>
                </a:gridCol>
                <a:gridCol w="1341883">
                  <a:extLst>
                    <a:ext uri="{9D8B030D-6E8A-4147-A177-3AD203B41FA5}">
                      <a16:colId xmlns:a16="http://schemas.microsoft.com/office/drawing/2014/main" val="1234121139"/>
                    </a:ext>
                  </a:extLst>
                </a:gridCol>
                <a:gridCol w="1192787">
                  <a:extLst>
                    <a:ext uri="{9D8B030D-6E8A-4147-A177-3AD203B41FA5}">
                      <a16:colId xmlns:a16="http://schemas.microsoft.com/office/drawing/2014/main" val="3087868918"/>
                    </a:ext>
                  </a:extLst>
                </a:gridCol>
                <a:gridCol w="612960">
                  <a:extLst>
                    <a:ext uri="{9D8B030D-6E8A-4147-A177-3AD203B41FA5}">
                      <a16:colId xmlns:a16="http://schemas.microsoft.com/office/drawing/2014/main" val="2380597044"/>
                    </a:ext>
                  </a:extLst>
                </a:gridCol>
                <a:gridCol w="612960">
                  <a:extLst>
                    <a:ext uri="{9D8B030D-6E8A-4147-A177-3AD203B41FA5}">
                      <a16:colId xmlns:a16="http://schemas.microsoft.com/office/drawing/2014/main" val="1426163692"/>
                    </a:ext>
                  </a:extLst>
                </a:gridCol>
                <a:gridCol w="612960">
                  <a:extLst>
                    <a:ext uri="{9D8B030D-6E8A-4147-A177-3AD203B41FA5}">
                      <a16:colId xmlns:a16="http://schemas.microsoft.com/office/drawing/2014/main" val="1543353775"/>
                    </a:ext>
                  </a:extLst>
                </a:gridCol>
                <a:gridCol w="612960">
                  <a:extLst>
                    <a:ext uri="{9D8B030D-6E8A-4147-A177-3AD203B41FA5}">
                      <a16:colId xmlns:a16="http://schemas.microsoft.com/office/drawing/2014/main" val="2053429358"/>
                    </a:ext>
                  </a:extLst>
                </a:gridCol>
              </a:tblGrid>
              <a:tr h="32098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romotion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Name_E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Subarea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Dept.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Position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Band Level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2025 PL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2024 PL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Promotion or demotion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New position title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New band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New Salary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Increase Amount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Rate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3785887"/>
                  </a:ext>
                </a:extLst>
              </a:tr>
              <a:tr h="70773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rom B to C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(IPE Su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pports,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 PL 4/5,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 EDD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Performer)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Liu Haigang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FCGNa-VC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Value Stream Cooktop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BAND 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Head of Value Stream Cooktop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C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26,656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2,856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74984252"/>
                  </a:ext>
                </a:extLst>
              </a:tr>
              <a:tr h="707734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Miao Siyuan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FCGNa-VV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Head of Value Stream Ventilation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BAND B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Head of Value Stream Ventilation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C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27,440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2,940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39658453"/>
                  </a:ext>
                </a:extLst>
              </a:tr>
              <a:tr h="48148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A5-A6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(2025&amp;2024 PL 4/5,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 EDD Performer)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Zheng Yuyang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CN/OP-RMN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CN/OP-RMNF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Facility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BAND A5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Promotion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Functional specialist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A6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13,400                                                     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1,858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14.7%                                                              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64400653"/>
                  </a:ext>
                </a:extLst>
              </a:tr>
              <a:tr h="42143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Chen </a:t>
                      </a:r>
                      <a:r>
                        <a:rPr lang="en-US" sz="1000" u="none" strike="noStrike" dirty="0" err="1">
                          <a:effectLst/>
                        </a:rPr>
                        <a:t>Donghua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SNa-SC4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SNa-SC4P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Planner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BAND A5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Functional Specialist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A6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12,269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  894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2167467"/>
                  </a:ext>
                </a:extLst>
              </a:tr>
              <a:tr h="421431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Zhu </a:t>
                      </a:r>
                      <a:r>
                        <a:rPr lang="en-US" sz="1000" u="none" strike="noStrike" dirty="0" err="1">
                          <a:effectLst/>
                        </a:rPr>
                        <a:t>Juxiang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FCGNa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FCGNa-VVE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Senior IE Specialist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BAND A5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Function specialist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A6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13,066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1,400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7572258"/>
                  </a:ext>
                </a:extLst>
              </a:tr>
              <a:tr h="70773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From A4-A5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2025 PL 4/5,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 EDD P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erformer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Liu Yanda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FEDNa-MEP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Electrical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BAND A4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senior engineer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A5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12,000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1,500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07557416"/>
                  </a:ext>
                </a:extLst>
              </a:tr>
              <a:tr h="566188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Li Yandong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FLCNa-MEA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Assembly Process Engineer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BAND A4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Promotion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Senior Assembly Process Engineer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 A5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13,910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1,265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01968850"/>
                  </a:ext>
                </a:extLst>
              </a:tr>
              <a:tr h="424640"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Shi Shushu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FLCNa-MEA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Automation Engineer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BAND A4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Promotion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Senior Automation Engineer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 A5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14,200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1,407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27689515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D5D7CC64-9258-57BF-6E7A-CBC1AF8B7A6F}"/>
              </a:ext>
            </a:extLst>
          </p:cNvPr>
          <p:cNvSpPr txBox="1">
            <a:spLocks/>
          </p:cNvSpPr>
          <p:nvPr/>
        </p:nvSpPr>
        <p:spPr>
          <a:xfrm>
            <a:off x="432000" y="535948"/>
            <a:ext cx="8280000" cy="635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44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None/>
              <a:defRPr sz="2000" b="0" kern="1200" spc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dirty="0"/>
              <a:t>8 Promotion Cases</a:t>
            </a:r>
          </a:p>
        </p:txBody>
      </p:sp>
    </p:spTree>
    <p:extLst>
      <p:ext uri="{BB962C8B-B14F-4D97-AF65-F5344CB8AC3E}">
        <p14:creationId xmlns:p14="http://schemas.microsoft.com/office/powerpoint/2010/main" val="117777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D5889-E493-6891-98BE-E1DB5528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BB6C326-C859-B8B2-FFBA-CECE5BF8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6639360" cy="637599"/>
          </a:xfrm>
        </p:spPr>
        <p:txBody>
          <a:bodyPr/>
          <a:lstStyle/>
          <a:p>
            <a:r>
              <a:rPr lang="en-US" b="1" dirty="0"/>
              <a:t>2026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E</a:t>
            </a: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xecutive Summary- Direct</a:t>
            </a:r>
            <a:br>
              <a:rPr lang="en-US" sz="1800" dirty="0">
                <a:solidFill>
                  <a:schemeClr val="bg1">
                    <a:lumMod val="50000"/>
                  </a:schemeClr>
                </a:solidFill>
              </a:rPr>
            </a:b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14971-B351-5265-D178-D36BA3271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9</a:t>
            </a:fld>
            <a:endParaRPr lang="en-US" noProof="1"/>
          </a:p>
        </p:txBody>
      </p:sp>
      <p:sp>
        <p:nvSpPr>
          <p:cNvPr id="7" name="Rechteck 12">
            <a:extLst>
              <a:ext uri="{FF2B5EF4-FFF2-40B4-BE49-F238E27FC236}">
                <a16:creationId xmlns:a16="http://schemas.microsoft.com/office/drawing/2014/main" id="{AD6CFD6D-BEDB-9F6D-438C-1BE7A0B6FA1E}"/>
              </a:ext>
            </a:extLst>
          </p:cNvPr>
          <p:cNvSpPr/>
          <p:nvPr/>
        </p:nvSpPr>
        <p:spPr>
          <a:xfrm>
            <a:off x="430418" y="1171957"/>
            <a:ext cx="1368225" cy="10840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prstClr val="black"/>
                </a:solidFill>
              </a:rPr>
              <a:t>Budget Overview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chteck 16">
            <a:extLst>
              <a:ext uri="{FF2B5EF4-FFF2-40B4-BE49-F238E27FC236}">
                <a16:creationId xmlns:a16="http://schemas.microsoft.com/office/drawing/2014/main" id="{1CC609D6-B60C-3E6C-5798-66E4CF573CD9}"/>
              </a:ext>
            </a:extLst>
          </p:cNvPr>
          <p:cNvSpPr/>
          <p:nvPr/>
        </p:nvSpPr>
        <p:spPr>
          <a:xfrm>
            <a:off x="1800225" y="1171957"/>
            <a:ext cx="8845404" cy="1084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Overall budget used for Jul.:  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b="1" dirty="0">
                <a:solidFill>
                  <a:schemeClr val="tx1"/>
                </a:solidFill>
              </a:rPr>
              <a:t>Promotion : 5,018/20,836;</a:t>
            </a:r>
            <a:r>
              <a:rPr lang="zh-CN" altLang="en-US" sz="1400" b="1" dirty="0">
                <a:solidFill>
                  <a:schemeClr val="tx1"/>
                </a:solidFill>
              </a:rPr>
              <a:t> </a:t>
            </a:r>
            <a:r>
              <a:rPr lang="en-US" altLang="zh-CN" sz="1400" b="1" dirty="0">
                <a:solidFill>
                  <a:schemeClr val="tx1"/>
                </a:solidFill>
              </a:rPr>
              <a:t>salary increase:  131,412/131,689</a:t>
            </a:r>
          </a:p>
        </p:txBody>
      </p:sp>
      <p:sp>
        <p:nvSpPr>
          <p:cNvPr id="9" name="Rechteck 12">
            <a:extLst>
              <a:ext uri="{FF2B5EF4-FFF2-40B4-BE49-F238E27FC236}">
                <a16:creationId xmlns:a16="http://schemas.microsoft.com/office/drawing/2014/main" id="{124C2B14-BCB6-5A5A-DECD-8D58816E747F}"/>
              </a:ext>
            </a:extLst>
          </p:cNvPr>
          <p:cNvSpPr/>
          <p:nvPr/>
        </p:nvSpPr>
        <p:spPr>
          <a:xfrm>
            <a:off x="430418" y="2358332"/>
            <a:ext cx="1368225" cy="185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noProof="0" dirty="0">
                <a:solidFill>
                  <a:prstClr val="black"/>
                </a:solidFill>
              </a:rPr>
              <a:t>Performance based Differentiation</a:t>
            </a:r>
            <a:endParaRPr kumimoji="0" lang="en-GB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echteck 16">
            <a:extLst>
              <a:ext uri="{FF2B5EF4-FFF2-40B4-BE49-F238E27FC236}">
                <a16:creationId xmlns:a16="http://schemas.microsoft.com/office/drawing/2014/main" id="{2B6B6F22-C8E3-912C-4D11-C7A563F787C6}"/>
              </a:ext>
            </a:extLst>
          </p:cNvPr>
          <p:cNvSpPr/>
          <p:nvPr/>
        </p:nvSpPr>
        <p:spPr>
          <a:xfrm>
            <a:off x="1800225" y="2358332"/>
            <a:ext cx="8845404" cy="18540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11" name="Rechteck 12">
            <a:extLst>
              <a:ext uri="{FF2B5EF4-FFF2-40B4-BE49-F238E27FC236}">
                <a16:creationId xmlns:a16="http://schemas.microsoft.com/office/drawing/2014/main" id="{66415D1B-0DE2-3818-93DC-417F7F9D1FE6}"/>
              </a:ext>
            </a:extLst>
          </p:cNvPr>
          <p:cNvSpPr/>
          <p:nvPr/>
        </p:nvSpPr>
        <p:spPr>
          <a:xfrm>
            <a:off x="430418" y="4308156"/>
            <a:ext cx="1368225" cy="11877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36000" rIns="0" bIns="36000" rtlCol="0" anchor="ctr"/>
          <a:lstStyle/>
          <a:p>
            <a:pPr marL="0" marR="0" lvl="0" indent="0" algn="ctr" defTabSz="8226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Promotion*</a:t>
            </a:r>
          </a:p>
        </p:txBody>
      </p:sp>
      <p:sp>
        <p:nvSpPr>
          <p:cNvPr id="12" name="Rechteck 16">
            <a:extLst>
              <a:ext uri="{FF2B5EF4-FFF2-40B4-BE49-F238E27FC236}">
                <a16:creationId xmlns:a16="http://schemas.microsoft.com/office/drawing/2014/main" id="{B0D9C7C2-FB57-35F9-48AA-7FA3A6F73852}"/>
              </a:ext>
            </a:extLst>
          </p:cNvPr>
          <p:cNvSpPr/>
          <p:nvPr/>
        </p:nvSpPr>
        <p:spPr>
          <a:xfrm>
            <a:off x="1791516" y="4308156"/>
            <a:ext cx="8845404" cy="118773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2 worker to team leader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schemeClr val="tx1"/>
                </a:solidFill>
              </a:rPr>
              <a:t>2 technician to junior engineer</a:t>
            </a:r>
          </a:p>
          <a:p>
            <a:pPr>
              <a:defRPr/>
            </a:pP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altLang="zh-CN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64F074-8D1D-46FA-8A50-F1545784D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16707"/>
              </p:ext>
            </p:extLst>
          </p:nvPr>
        </p:nvGraphicFramePr>
        <p:xfrm>
          <a:off x="1904734" y="2408276"/>
          <a:ext cx="8431572" cy="17334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31572">
                  <a:extLst>
                    <a:ext uri="{9D8B030D-6E8A-4147-A177-3AD203B41FA5}">
                      <a16:colId xmlns:a16="http://schemas.microsoft.com/office/drawing/2014/main" val="267063853"/>
                    </a:ext>
                  </a:extLst>
                </a:gridCol>
              </a:tblGrid>
              <a:tr h="10400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90% employees got salary increase,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an a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verage: 2.41%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8104458"/>
                  </a:ext>
                </a:extLst>
              </a:tr>
              <a:tr h="693367"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 got zero salary increase d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ue to discipline issue or low performance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4035499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4C84B9C-920E-A90B-0930-F2EE8B05F08D}"/>
              </a:ext>
            </a:extLst>
          </p:cNvPr>
          <p:cNvSpPr txBox="1"/>
          <p:nvPr/>
        </p:nvSpPr>
        <p:spPr>
          <a:xfrm>
            <a:off x="430418" y="5569380"/>
            <a:ext cx="10206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altLang="zh-CN" sz="1600" dirty="0"/>
              <a:t>3200 promotion budget were used for </a:t>
            </a:r>
            <a:r>
              <a:rPr lang="en-US" altLang="zh-CN" sz="1600" dirty="0" err="1"/>
              <a:t>hancho</a:t>
            </a:r>
            <a:r>
              <a:rPr lang="en-US" altLang="zh-CN" sz="1600" dirty="0"/>
              <a:t> allowance (2 ★ </a:t>
            </a:r>
            <a:r>
              <a:rPr lang="en-US" altLang="zh-CN" sz="1600" dirty="0" err="1"/>
              <a:t>Hancho</a:t>
            </a:r>
            <a:r>
              <a:rPr lang="en-US" altLang="zh-CN" sz="1600" dirty="0"/>
              <a:t>, 10 ★★ </a:t>
            </a:r>
            <a:r>
              <a:rPr lang="en-US" altLang="zh-CN" sz="1600" dirty="0" err="1"/>
              <a:t>Hancho</a:t>
            </a:r>
            <a:r>
              <a:rPr lang="en-US" altLang="zh-CN" sz="1600" dirty="0"/>
              <a:t>)</a:t>
            </a:r>
          </a:p>
          <a:p>
            <a:pPr marL="180000" indent="-180000" algn="l">
              <a:buClr>
                <a:schemeClr val="accent1"/>
              </a:buClr>
              <a:buFont typeface="Noto Sans" panose="020B0502040504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6220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31999" y="432000"/>
            <a:ext cx="8615747" cy="637599"/>
          </a:xfrm>
        </p:spPr>
        <p:txBody>
          <a:bodyPr/>
          <a:lstStyle/>
          <a:p>
            <a:r>
              <a:rPr lang="en-US" b="1" dirty="0"/>
              <a:t>2025 </a:t>
            </a:r>
            <a:r>
              <a:rPr lang="en-US" altLang="zh-CN" b="1" dirty="0"/>
              <a:t>ASR Result Review</a:t>
            </a:r>
            <a:br>
              <a:rPr lang="en-US" dirty="0"/>
            </a:b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Special Case Review – 1/2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7547E-C0E7-4EEC-A0E6-21480EC12B54}" type="slidenum">
              <a:rPr lang="en-US" noProof="1" smtClean="0"/>
              <a:pPr/>
              <a:t>10</a:t>
            </a:fld>
            <a:endParaRPr lang="en-US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53FB37-E653-79D8-C681-63AAFDE15AD8}"/>
              </a:ext>
            </a:extLst>
          </p:cNvPr>
          <p:cNvSpPr/>
          <p:nvPr/>
        </p:nvSpPr>
        <p:spPr>
          <a:xfrm>
            <a:off x="9253827" y="1423629"/>
            <a:ext cx="3769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792A094F-B3E7-8B80-C443-758D9F4930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763802"/>
              </p:ext>
            </p:extLst>
          </p:nvPr>
        </p:nvGraphicFramePr>
        <p:xfrm>
          <a:off x="431999" y="1249156"/>
          <a:ext cx="10137389" cy="4590339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872461">
                  <a:extLst>
                    <a:ext uri="{9D8B030D-6E8A-4147-A177-3AD203B41FA5}">
                      <a16:colId xmlns:a16="http://schemas.microsoft.com/office/drawing/2014/main" val="4006786543"/>
                    </a:ext>
                  </a:extLst>
                </a:gridCol>
                <a:gridCol w="8264928">
                  <a:extLst>
                    <a:ext uri="{9D8B030D-6E8A-4147-A177-3AD203B41FA5}">
                      <a16:colId xmlns:a16="http://schemas.microsoft.com/office/drawing/2014/main" val="1941754643"/>
                    </a:ext>
                  </a:extLst>
                </a:gridCol>
              </a:tblGrid>
              <a:tr h="231494">
                <a:tc>
                  <a:txBody>
                    <a:bodyPr/>
                    <a:lstStyle/>
                    <a:p>
                      <a:r>
                        <a:rPr lang="en-US" sz="1000" dirty="0"/>
                        <a:t>Type</a:t>
                      </a:r>
                      <a:endParaRPr lang="en-US" sz="10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Description</a:t>
                      </a:r>
                      <a:endParaRPr lang="en-US" sz="10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642256"/>
                  </a:ext>
                </a:extLst>
              </a:tr>
              <a:tr h="25392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25 </a:t>
                      </a:r>
                      <a:r>
                        <a:rPr lang="en-US" altLang="zh-CN" sz="1100" b="1" dirty="0"/>
                        <a:t>Exceeding </a:t>
                      </a:r>
                      <a:r>
                        <a:rPr lang="en-US" sz="1100" b="1" dirty="0"/>
                        <a:t>+/-20% range</a:t>
                      </a:r>
                      <a:r>
                        <a:rPr lang="en-US" sz="1100" b="1" baseline="0" dirty="0"/>
                        <a:t> of employees with workplan</a:t>
                      </a:r>
                      <a:endParaRPr lang="en-US" sz="1100" b="1" dirty="0">
                        <a:latin typeface="+mn-lt"/>
                        <a:ea typeface="+mn-ea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altLang="zh-CN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exceed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+/-20% adjustment</a:t>
                      </a:r>
                    </a:p>
                    <a:p>
                      <a:pPr marL="171450" indent="-1714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3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+ 20% of recommended %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 Enlarged responsibilities with proven performance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Good performance and high competence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Good performance/talent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Good performers with extremely lower salary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 Good performers with relatively lower salary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Internal balance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Rounding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Significantly enlarged responsibilities with proven performance</a:t>
                      </a:r>
                    </a:p>
                    <a:p>
                      <a:pPr marL="346075" lvl="1" indent="-173038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Top critical position/player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&lt; -20%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 recommended %</a:t>
                      </a:r>
                    </a:p>
                    <a:p>
                      <a:pPr marL="404813" marR="0" lvl="1" indent="-231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Combined with promotion</a:t>
                      </a:r>
                    </a:p>
                    <a:p>
                      <a:pPr marL="404813" marR="0" lvl="1" indent="-231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Less responsibility compare with job level</a:t>
                      </a:r>
                    </a:p>
                    <a:p>
                      <a:pPr marL="404813" marR="0" lvl="1" indent="-231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Low performer</a:t>
                      </a:r>
                    </a:p>
                    <a:p>
                      <a:pPr marL="404813" marR="0" lvl="1" indent="-2317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Left/will leave/retire soon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78103"/>
                  </a:ext>
                </a:extLst>
              </a:tr>
              <a:tr h="818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</a:rPr>
                        <a:t>5</a:t>
                      </a:r>
                      <a:r>
                        <a:rPr lang="en-US" sz="1100" b="1" dirty="0">
                          <a:latin typeface="+mn-lt"/>
                          <a:ea typeface="+mn-ea"/>
                        </a:rPr>
                        <a:t> Zero increase even with a proposed budget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  <a:p>
                      <a:pPr marL="344488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 Combined with promotion</a:t>
                      </a:r>
                    </a:p>
                    <a:p>
                      <a:pPr marL="344488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Left/will leave/retire soon</a:t>
                      </a:r>
                    </a:p>
                    <a:p>
                      <a:pPr marL="344488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Less responsibility compare with job level</a:t>
                      </a:r>
                    </a:p>
                    <a:p>
                      <a:pPr marL="344488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 Low performer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0360562"/>
                  </a:ext>
                </a:extLst>
              </a:tr>
              <a:tr h="818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</a:rPr>
                        <a:t>0 </a:t>
                      </a:r>
                      <a:r>
                        <a:rPr lang="en-US" sz="1100" b="1" dirty="0">
                          <a:latin typeface="+mn-lt"/>
                          <a:ea typeface="+mn-ea"/>
                        </a:rPr>
                        <a:t>Special Case for Promotion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4488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All 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fit promotion Criteria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0206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11358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DIAGRAMMFARBEN" val="sax_df_bsh"/>
  <p:tag name="SAXMLCOMPANYNAME" val="bsh"/>
  <p:tag name="MLLANGUAGE" val="eng"/>
  <p:tag name="MLTEMPLATEVERSION" val="2.0"/>
  <p:tag name="SAXCONVERSION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2;-2;-1;-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Silver;-2;Silver;-2;-2;-2"/>
  <p:tag name="COLORSETCLASSNAME" val="ColorSet1"/>
  <p:tag name="MLI" val="1"/>
  <p:tag name="SHAPESETGROUPCLASSNAME" val="ShapeSetGroup1"/>
  <p:tag name="SHAPESETCLASSNAME" val="Slide"/>
  <p:tag name="COLORSETGROUPCLASSNAME" val="ColorSetGroup1"/>
  <p:tag name="FONTSETGROUPCLASSNAME" val="FontSetGroup1"/>
  <p:tag name="SHAPECLASSNAME" val="LowerHorizontalLine"/>
  <p:tag name="SHAPECLASSPROTECTIONTYPE" val="1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L_FILL_USERPICTURE" val="BSH2_Logo.wmf"/>
  <p:tag name="COLORS" val="-2;-2;-2;-2;-2;-2"/>
  <p:tag name="COLORSETCLASSNAME" val="ColorSet1"/>
  <p:tag name="MLI" val="1"/>
  <p:tag name="SHAPESETGROUPCLASSNAME" val="ShapeSetGroup1"/>
  <p:tag name="SHAPESETCLASSNAME" val="Slide"/>
  <p:tag name="COLORSETGROUPCLASSNAME" val="ColorSetGroup1"/>
  <p:tag name="FONTSETGROUPCLASSNAME" val="FontSetGroup1"/>
  <p:tag name="SHAPECLASSNAME" val="LogoOnSlides"/>
  <p:tag name="SHAPECLASSFILE" val="BSH2_Logo.wmf"/>
  <p:tag name="SHAPECLASSPROTECTIONTYPE" val="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" val="Reg9"/>
  <p:tag name="FONTSETCLASSNAME" val="FontSet1"/>
  <p:tag name="COLORS" val="-2;-2;-2;-2;-2;-2"/>
  <p:tag name="COLORSETCLASSNAME" val="ColorSet1"/>
  <p:tag name="SCRIPT" val="1"/>
  <p:tag name="FIELDS" val="DATECOMPLETE;"/>
  <p:tag name="MLI" val="1"/>
  <p:tag name="SHAPESETGROUPCLASSNAME" val="ShapeSetGroup1"/>
  <p:tag name="SHAPESETCLASSNAME" val="Slide"/>
  <p:tag name="COLORSETGROUPCLASSNAME" val="ColorSetGroup1"/>
  <p:tag name="FONTSETGROUPCLASSNAME" val="FontSetGroup1"/>
  <p:tag name="SHAPECLASSNAME" val="Date"/>
  <p:tag name="SHAPECLASSPROTECTIONTYPE" val="63"/>
</p:tagLst>
</file>

<file path=ppt/theme/theme1.xml><?xml version="1.0" encoding="utf-8"?>
<a:theme xmlns:a="http://schemas.openxmlformats.org/drawingml/2006/main" name="BSH 2022">
  <a:themeElements>
    <a:clrScheme name="BSH 2022 Primary">
      <a:dk1>
        <a:sysClr val="windowText" lastClr="000000"/>
      </a:dk1>
      <a:lt1>
        <a:sysClr val="window" lastClr="FFFFFF"/>
      </a:lt1>
      <a:dk2>
        <a:srgbClr val="262626"/>
      </a:dk2>
      <a:lt2>
        <a:srgbClr val="E0E0E0"/>
      </a:lt2>
      <a:accent1>
        <a:srgbClr val="FF6840"/>
      </a:accent1>
      <a:accent2>
        <a:srgbClr val="969696"/>
      </a:accent2>
      <a:accent3>
        <a:srgbClr val="E0E0E0"/>
      </a:accent3>
      <a:accent4>
        <a:srgbClr val="666666"/>
      </a:accent4>
      <a:accent5>
        <a:srgbClr val="BCBCBC"/>
      </a:accent5>
      <a:accent6>
        <a:srgbClr val="262626"/>
      </a:accent6>
      <a:hlink>
        <a:srgbClr val="EC6847"/>
      </a:hlink>
      <a:folHlink>
        <a:srgbClr val="FE683F"/>
      </a:folHlink>
    </a:clrScheme>
    <a:fontScheme name="BSH2022">
      <a:majorFont>
        <a:latin typeface="Noto Sans Light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80000" indent="-180000" algn="l">
          <a:buClr>
            <a:schemeClr val="accent1"/>
          </a:buClr>
          <a:buFont typeface="Noto Sans" panose="020B0502040504020204" pitchFamily="34" charset="0"/>
          <a:buChar char="•"/>
          <a:defRPr sz="16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1.potx" id="{CEB05986-2342-49F9-AFA7-473CB484FC97}" vid="{4DFC073D-C247-4624-8331-3840F17A8B41}"/>
    </a:ext>
  </a:extLst>
</a:theme>
</file>

<file path=ppt/theme/theme2.xml><?xml version="1.0" encoding="utf-8"?>
<a:theme xmlns:a="http://schemas.openxmlformats.org/drawingml/2006/main" name="1_BSH">
  <a:themeElements>
    <a:clrScheme name="Custom 17">
      <a:dk1>
        <a:sysClr val="windowText" lastClr="000000"/>
      </a:dk1>
      <a:lt1>
        <a:sysClr val="window" lastClr="FFFFFF"/>
      </a:lt1>
      <a:dk2>
        <a:srgbClr val="878787"/>
      </a:dk2>
      <a:lt2>
        <a:srgbClr val="E1E1E1"/>
      </a:lt2>
      <a:accent1>
        <a:srgbClr val="0A6EB4"/>
      </a:accent1>
      <a:accent2>
        <a:srgbClr val="004164"/>
      </a:accent2>
      <a:accent3>
        <a:srgbClr val="64A5CD"/>
      </a:accent3>
      <a:accent4>
        <a:srgbClr val="23B9C8"/>
      </a:accent4>
      <a:accent5>
        <a:srgbClr val="0A5F64"/>
      </a:accent5>
      <a:accent6>
        <a:srgbClr val="87CDD7"/>
      </a:accent6>
      <a:hlink>
        <a:srgbClr val="0A6EB4"/>
      </a:hlink>
      <a:folHlink>
        <a:srgbClr val="7D1E82"/>
      </a:folHlink>
    </a:clrScheme>
    <a:fontScheme name="Custom 8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1.potx" id="{8FA6D1FF-5E3C-4228-87B9-3FAC124544A9}" vid="{EF14F538-BA6A-4921-B66E-3456570AA8E0}"/>
    </a:ext>
  </a:extLst>
</a:theme>
</file>

<file path=ppt/theme/theme3.xml><?xml version="1.0" encoding="utf-8"?>
<a:theme xmlns:a="http://schemas.openxmlformats.org/drawingml/2006/main" name="7_BSH2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28575">
          <a:solidFill>
            <a:srgbClr val="F6800A"/>
          </a:solidFill>
          <a:miter lim="800000"/>
          <a:headEnd/>
          <a:tailEnd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lIns="111762" rIns="111762" anchor="ctr"/>
      <a:lstStyle>
        <a:defPPr defTabSz="1016061" eaLnBrk="0" hangingPunct="0">
          <a:lnSpc>
            <a:spcPct val="90000"/>
          </a:lnSpc>
          <a:spcBef>
            <a:spcPct val="0"/>
          </a:spcBef>
          <a:defRPr sz="1556" b="1" dirty="0" smtClean="0">
            <a:solidFill>
              <a:prstClr val="black"/>
            </a:solidFill>
            <a:latin typeface="Arial"/>
            <a:cs typeface="Arial" charset="0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L="270000" indent="-270000">
          <a:buFont typeface="Arial" panose="020B0604020202020204" pitchFamily="34" charset="0"/>
          <a:buChar char="‒"/>
          <a:defRPr dirty="0" err="1" smtClean="0"/>
        </a:defPPr>
      </a:lstStyle>
    </a:tx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FA7805"/>
        </a:dk2>
        <a:lt2>
          <a:srgbClr val="FABE00"/>
        </a:lt2>
        <a:accent1>
          <a:srgbClr val="BEBEBE"/>
        </a:accent1>
        <a:accent2>
          <a:srgbClr val="00824B"/>
        </a:accent2>
        <a:accent3>
          <a:srgbClr val="FFFFFF"/>
        </a:accent3>
        <a:accent4>
          <a:srgbClr val="000000"/>
        </a:accent4>
        <a:accent5>
          <a:srgbClr val="DBDBDB"/>
        </a:accent5>
        <a:accent6>
          <a:srgbClr val="007543"/>
        </a:accent6>
        <a:hlink>
          <a:srgbClr val="0A6EB4"/>
        </a:hlink>
        <a:folHlink>
          <a:srgbClr val="7D1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A7805"/>
        </a:dk2>
        <a:lt2>
          <a:srgbClr val="FABE00"/>
        </a:lt2>
        <a:accent1>
          <a:srgbClr val="BEBEBE"/>
        </a:accent1>
        <a:accent2>
          <a:srgbClr val="00824B"/>
        </a:accent2>
        <a:accent3>
          <a:srgbClr val="FFFFFF"/>
        </a:accent3>
        <a:accent4>
          <a:srgbClr val="000000"/>
        </a:accent4>
        <a:accent5>
          <a:srgbClr val="DBDBDB"/>
        </a:accent5>
        <a:accent6>
          <a:srgbClr val="007543"/>
        </a:accent6>
        <a:hlink>
          <a:srgbClr val="0A6EB4"/>
        </a:hlink>
        <a:folHlink>
          <a:srgbClr val="7D1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FA7805"/>
        </a:dk2>
        <a:lt2>
          <a:srgbClr val="FABE00"/>
        </a:lt2>
        <a:accent1>
          <a:srgbClr val="BEBEBE"/>
        </a:accent1>
        <a:accent2>
          <a:srgbClr val="00824B"/>
        </a:accent2>
        <a:accent3>
          <a:srgbClr val="FFFFFF"/>
        </a:accent3>
        <a:accent4>
          <a:srgbClr val="000000"/>
        </a:accent4>
        <a:accent5>
          <a:srgbClr val="DBDBDB"/>
        </a:accent5>
        <a:accent6>
          <a:srgbClr val="007543"/>
        </a:accent6>
        <a:hlink>
          <a:srgbClr val="0A6EB4"/>
        </a:hlink>
        <a:folHlink>
          <a:srgbClr val="7D1E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6EB4"/>
        </a:dk2>
        <a:lt2>
          <a:srgbClr val="E1E1E1"/>
        </a:lt2>
        <a:accent1>
          <a:srgbClr val="006EB4"/>
        </a:accent1>
        <a:accent2>
          <a:srgbClr val="64A5CD"/>
        </a:accent2>
        <a:accent3>
          <a:srgbClr val="FFFFFF"/>
        </a:accent3>
        <a:accent4>
          <a:srgbClr val="000000"/>
        </a:accent4>
        <a:accent5>
          <a:srgbClr val="AABAD6"/>
        </a:accent5>
        <a:accent6>
          <a:srgbClr val="5A95BA"/>
        </a:accent6>
        <a:hlink>
          <a:srgbClr val="006EB4"/>
        </a:hlink>
        <a:folHlink>
          <a:srgbClr val="0041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EFAULTBSH2.potx" id="{52D9EEF8-2EA2-4CF0-9EA9-F1E221E631B1}" vid="{6C5633D5-66E7-49B4-B05F-70D0827A73B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9">
      <a:majorFont>
        <a:latin typeface="Noto Sans Light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0">
      <a:majorFont>
        <a:latin typeface="Noto Sans Light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elect>
  <Line>
    <Color val="000000"/>
    <Color val="FFFFFF"/>
  </Line>
  <Line>
    <Color val="ff6840"/>
    <Color val="ffaf97"/>
    <Color val="c05930"/>
  </Line>
  <Line>
    <Color val="ffca29"/>
    <Color val="ffe38e"/>
    <Color val="d6a330"/>
  </Line>
  <Line>
    <Color val="1672cd"/>
    <Color val="a2c7eb"/>
    <Color val="053968"/>
  </Line>
  <Line>
    <Color val="e73e3e"/>
    <Color val="ec8493"/>
    <Color val="942424"/>
  </Line>
  <Line>
    <Color val="73c1da"/>
    <Color val="b9e0ec"/>
    <Color val="195866"/>
  </Line>
  <Line>
    <Color val="319d63"/>
    <Color val="98ceb1"/>
    <Color val="184c2d"/>
  </Line>
  <Line>
    <Color val="882e99"/>
    <Color val="c69dcf"/>
    <Color val="542a5e"/>
  </Line>
  <Line>
    <Color val="bcbcbc"/>
    <Color val="e0e0e0"/>
    <Color val="969696"/>
  </Line>
</sax_ColorSelect>
</file>

<file path=customXml/item2.xml><?xml version="1.0" encoding="utf-8"?>
<saxML>
  <saxMLTemplate>presentation_169</saxMLTemplate>
  <Variablen>
    <Variable>
      <Name>presentationtitle</Name>
      <OrgInhalt>Presentation title</OrgInhalt>
      <Wert/>
      <Platzhalter>False</Platzhalter>
      <DocDatenDialog>True</DocDatenDialog>
      <Label>Presentation title (Footer)</Label>
      <FrageVar>False</FrageVar>
      <Prefix/>
      <Suffix/>
      <WegfallVar/>
      <MussFeld>False</MussFeld>
      <Trenner/>
      <InDokument>True</InDokument>
      <Sektion>FooterOnSlides</Sektion>
      <Reihenfolge/>
    </Variable>
    <Variable>
      <Name>firstnamelastname</Name>
      <OrgInhalt>Yuqian Li</OrgInhalt>
      <Wert/>
      <Platzhalter>False</Platzhalter>
      <DocDatenDialog>True</DocDatenDialog>
      <Label>Owner</Label>
      <FrageVar>False</FrageVar>
      <Prefix/>
      <Suffix/>
      <WegfallVar/>
      <MussFeld>False</MussFeld>
      <Sektion>DataOnTitleSlide</Sektion>
      <InDokument>True</InDokument>
    </Variable>
    <Variable>
      <Name>firstnamelastname2</Name>
      <OrgInhalt>Yuqian Li</OrgInhalt>
      <Wert>Yuqian Li</Wert>
      <Platzhalter>False</Platzhalter>
      <DocDatenDialog>False</DocDatenDialog>
      <Label>Owner</Label>
      <FrageVar>False</FrageVar>
      <Prefix/>
      <Suffix/>
      <WegfallVar/>
      <MussFeld>False</MussFeld>
      <Sektion>DataOnTitleSlide2</Sektion>
      <InDokument>True</InDokument>
    </Variable>
    <Variable>
      <Name>departmentshort</Name>
      <OrgInhalt/>
      <Wert>GHR-GC</Wert>
      <Platzhalter>False</Platzhalter>
      <DocDatenDialog>True</DocDatenDialog>
      <Label>Dept. shortcut</Label>
      <FrageVar>False</FrageVar>
      <Prefix>(</Prefix>
      <Suffix>)</Suffix>
      <Trenner>
        <VariableVor>firstnamelastname</VariableVor>
        <Zwischen> </Zwischen>
        <VariableNach>departmentshort</VariableNach>
      </Trenner>
      <WegfallVar/>
      <MussFeld>False</MussFeld>
      <Sektion>DataOnTitleSlide</Sektion>
      <InDokument>True</InDokument>
    </Variable>
    <Variable>
      <Name>departmentshort2</Name>
      <OrgInhalt/>
      <Wert/>
      <Platzhalter>False</Platzhalter>
      <DocDatenDialog>False</DocDatenDialog>
      <Label>Dept. shortcut</Label>
      <FrageVar>False</FrageVar>
      <Prefix>(</Prefix>
      <Suffix>)</Suffix>
      <Trenner>
        <VariableVor>firstnamelastname</VariableVor>
        <Zwischen> </Zwischen>
        <VariableNach>departmentshort</VariableNach>
      </Trenner>
      <WegfallVar/>
      <MussFeld>False</MussFeld>
      <Sektion>DataOnTitleSlide2</Sektion>
      <InDokument>True</InDokument>
    </Variable>
    <Variable>
      <Name>dateformat_05t</Name>
      <OrgInhalt>2022-08-08</OrgInhalt>
      <Wert>2022-11-18</Wert>
      <Platzhalter>False</Platzhalter>
      <DocDatenDialog>True</DocDatenDialog>
      <Label>Date (Title Slide)</Label>
      <FrageVar>False</FrageVar>
      <Prefix/>
      <Suffix/>
      <WegfallVar/>
      <MussFeld>False</MussFeld>
      <InDokument>True</InDokument>
      <Sektion>DataOnTitleSlide</Sektion>
      <Reihenfolge/>
    </Variable>
    <Variable>
      <Name>dateformat_05t2</Name>
      <OrgInhalt>2022-08-08</OrgInhalt>
      <Wert>2022-08-08</Wert>
      <Platzhalter>False</Platzhalter>
      <DocDatenDialog>False</DocDatenDialog>
      <Label>Date (Title Slide)</Label>
      <FrageVar>False</FrageVar>
      <Prefix/>
      <Suffix/>
      <WegfallVar/>
      <MussFeld>False</MussFeld>
      <InDokument>True</InDokument>
      <Sektion>DataOnTitleSlide2</Sektion>
      <Reihenfolge/>
    </Variable>
    <Variable>
      <Name>dateformat_05f</Name>
      <OrgInhalt>2022-08-08</OrgInhalt>
      <Wert/>
      <Platzhalter>False</Platzhalter>
      <DocDatenDialog>True</DocDatenDialog>
      <Label>Date (Footer)</Label>
      <FrageVar>False</FrageVar>
      <Prefix/>
      <Suffix/>
      <WegfallVar/>
      <MussFeld>False</MussFeld>
      <InDokument>True</InDokument>
      <Sektion>DateOnSlides</Sektion>
      <Reihenfolge/>
    </Variable>
    <Variable>
      <Name>ppt_stamp</Name>
      <OrgInhalt/>
      <Wert/>
      <Platzhalter>False</Platzhalter>
      <DocDatenDialog>True</DocDatenDialog>
      <Label>Stamp</Label>
      <FrageVar>False</FrageVar>
      <Prefix/>
      <Suffix/>
      <WegfallVar/>
      <ComboBox>
        <Option/>
        <Option>Backup</Option>
        <Option>Conceptual</Option>
        <Option>Public</Option>
        <Option>Internal</Option>
        <Option>Confidential</Option>
        <Option>Strictly confidential</Option>
        <Option>Detail</Option>
        <Option>Draft</Option>
        <Option>Work in progress</Option>
        <Option>Estimate</Option>
        <Option>Example</Option>
        <Option>For discussion</Option>
        <Option>Hypothetical</Option>
        <Option>Preliminary</Option>
        <Option>Status</Option>
        <Option>Template</Option>
      </ComboBox>
      <MussFeld>False</MussFeld>
      <InDokument>True</InDokument>
      <Sektion>Stamp</Sektion>
      <Reihenfolge/>
    </Variable>
  </Variablen>
</saxML>
</file>

<file path=customXml/itemProps1.xml><?xml version="1.0" encoding="utf-8"?>
<ds:datastoreItem xmlns:ds="http://schemas.openxmlformats.org/officeDocument/2006/customXml" ds:itemID="{851F8D28-4CE2-477E-99A0-70CA83969D99}">
  <ds:schemaRefs/>
</ds:datastoreItem>
</file>

<file path=customXml/itemProps2.xml><?xml version="1.0" encoding="utf-8"?>
<ds:datastoreItem xmlns:ds="http://schemas.openxmlformats.org/officeDocument/2006/customXml" ds:itemID="{D670F854-2E9E-477B-9A4C-BE563345143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10729</TotalTime>
  <Words>2178</Words>
  <Application>Microsoft Office PowerPoint</Application>
  <PresentationFormat>自定义</PresentationFormat>
  <Paragraphs>719</Paragraphs>
  <Slides>10</Slides>
  <Notes>6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SimSun</vt:lpstr>
      <vt:lpstr>Aptos</vt:lpstr>
      <vt:lpstr>Arial</vt:lpstr>
      <vt:lpstr>Calibri</vt:lpstr>
      <vt:lpstr>Noto Sans</vt:lpstr>
      <vt:lpstr>Noto Sans Light</vt:lpstr>
      <vt:lpstr>Noto Sans Medium</vt:lpstr>
      <vt:lpstr>Wingdings</vt:lpstr>
      <vt:lpstr>BSH 2022</vt:lpstr>
      <vt:lpstr>1_BSH</vt:lpstr>
      <vt:lpstr>7_BSH2</vt:lpstr>
      <vt:lpstr>2026 ASR Result Review Content  </vt:lpstr>
      <vt:lpstr>2026 ASR Result Review Policy</vt:lpstr>
      <vt:lpstr>ASR summary by area - Indirect</vt:lpstr>
      <vt:lpstr>2026 ASR Result Review Executive Summary-Indirect Active </vt:lpstr>
      <vt:lpstr>PowerPoint 演示文稿</vt:lpstr>
      <vt:lpstr>PowerPoint 演示文稿</vt:lpstr>
      <vt:lpstr>PowerPoint 演示文稿</vt:lpstr>
      <vt:lpstr>PowerPoint 演示文稿</vt:lpstr>
      <vt:lpstr>2026 ASR Result Review Executive Summary- Direct </vt:lpstr>
      <vt:lpstr>2025 ASR Result Review Special Case Review – 1/2</vt:lpstr>
    </vt:vector>
  </TitlesOfParts>
  <Company>BSH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of HR Drumbeat Meeting 08/15/2022</dc:title>
  <dc:creator>Li, Yuqian (GHR-GCP)</dc:creator>
  <cp:lastModifiedBy>Xu Lan (BSH GHR-CNBO)</cp:lastModifiedBy>
  <cp:revision>1588</cp:revision>
  <cp:lastPrinted>2023-01-19T05:01:20Z</cp:lastPrinted>
  <dcterms:created xsi:type="dcterms:W3CDTF">2022-08-08T03:14:37Z</dcterms:created>
  <dcterms:modified xsi:type="dcterms:W3CDTF">2026-06-23T09:53:15Z</dcterms:modified>
</cp:coreProperties>
</file>